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9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d156e53e9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d156e53e9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891925" y="3303938"/>
            <a:ext cx="1991400" cy="14712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5891925" y="1752900"/>
            <a:ext cx="1991400" cy="14712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5891925" y="154638"/>
            <a:ext cx="1991400" cy="14712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2523653" y="641562"/>
            <a:ext cx="2774700" cy="37296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13"/>
          <p:cNvGrpSpPr/>
          <p:nvPr/>
        </p:nvGrpSpPr>
        <p:grpSpPr>
          <a:xfrm>
            <a:off x="6185812" y="424021"/>
            <a:ext cx="1403644" cy="1128324"/>
            <a:chOff x="2178040" y="1054765"/>
            <a:chExt cx="1146300" cy="250800"/>
          </a:xfrm>
        </p:grpSpPr>
        <p:sp>
          <p:nvSpPr>
            <p:cNvPr id="59" name="Google Shape;59;p13"/>
            <p:cNvSpPr/>
            <p:nvPr/>
          </p:nvSpPr>
          <p:spPr>
            <a:xfrm>
              <a:off x="2178040" y="1054765"/>
              <a:ext cx="1146300" cy="250800"/>
            </a:xfrm>
            <a:prstGeom prst="roundRect">
              <a:avLst>
                <a:gd fmla="val 827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3"/>
            <p:cNvSpPr txBox="1"/>
            <p:nvPr/>
          </p:nvSpPr>
          <p:spPr>
            <a:xfrm>
              <a:off x="2178046" y="1054766"/>
              <a:ext cx="950700" cy="1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lang="ko" sz="75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us-central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1" name="Google Shape;61;p13"/>
          <p:cNvGrpSpPr/>
          <p:nvPr/>
        </p:nvGrpSpPr>
        <p:grpSpPr>
          <a:xfrm>
            <a:off x="1015813" y="1639813"/>
            <a:ext cx="502800" cy="502800"/>
            <a:chOff x="433514" y="2354433"/>
            <a:chExt cx="502800" cy="502800"/>
          </a:xfrm>
        </p:grpSpPr>
        <p:sp>
          <p:nvSpPr>
            <p:cNvPr id="62" name="Google Shape;62;p13"/>
            <p:cNvSpPr/>
            <p:nvPr/>
          </p:nvSpPr>
          <p:spPr>
            <a:xfrm>
              <a:off x="433514" y="2354433"/>
              <a:ext cx="502800" cy="502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63" name="Google Shape;63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4" name="Google Shape;64;p13"/>
          <p:cNvGrpSpPr/>
          <p:nvPr/>
        </p:nvGrpSpPr>
        <p:grpSpPr>
          <a:xfrm>
            <a:off x="1015813" y="2522989"/>
            <a:ext cx="502800" cy="502800"/>
            <a:chOff x="433514" y="2354433"/>
            <a:chExt cx="502800" cy="502800"/>
          </a:xfrm>
        </p:grpSpPr>
        <p:sp>
          <p:nvSpPr>
            <p:cNvPr id="65" name="Google Shape;65;p13"/>
            <p:cNvSpPr/>
            <p:nvPr/>
          </p:nvSpPr>
          <p:spPr>
            <a:xfrm>
              <a:off x="433514" y="2354433"/>
              <a:ext cx="502800" cy="502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66" name="Google Shape;66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67" name="Google Shape;67;p13"/>
          <p:cNvCxnSpPr>
            <a:stCxn id="68" idx="3"/>
            <a:endCxn id="69" idx="1"/>
          </p:cNvCxnSpPr>
          <p:nvPr/>
        </p:nvCxnSpPr>
        <p:spPr>
          <a:xfrm flipH="1" rot="10800000">
            <a:off x="5099437" y="828885"/>
            <a:ext cx="1203900" cy="8442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70" name="Google Shape;70;p13"/>
          <p:cNvCxnSpPr>
            <a:stCxn id="62" idx="3"/>
            <a:endCxn id="71" idx="1"/>
          </p:cNvCxnSpPr>
          <p:nvPr/>
        </p:nvCxnSpPr>
        <p:spPr>
          <a:xfrm>
            <a:off x="1518613" y="1891213"/>
            <a:ext cx="1101600" cy="611700"/>
          </a:xfrm>
          <a:prstGeom prst="bentConnector3">
            <a:avLst>
              <a:gd fmla="val 29247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72" name="Google Shape;72;p13"/>
          <p:cNvCxnSpPr>
            <a:stCxn id="65" idx="3"/>
            <a:endCxn id="73" idx="1"/>
          </p:cNvCxnSpPr>
          <p:nvPr/>
        </p:nvCxnSpPr>
        <p:spPr>
          <a:xfrm flipH="1" rot="10800000">
            <a:off x="1518613" y="1093789"/>
            <a:ext cx="197700" cy="16806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74" name="Google Shape;74;p13"/>
          <p:cNvCxnSpPr>
            <a:stCxn id="62" idx="3"/>
            <a:endCxn id="73" idx="1"/>
          </p:cNvCxnSpPr>
          <p:nvPr/>
        </p:nvCxnSpPr>
        <p:spPr>
          <a:xfrm flipH="1" rot="10800000">
            <a:off x="1518613" y="1093813"/>
            <a:ext cx="197700" cy="7974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75" name="Google Shape;75;p13"/>
          <p:cNvCxnSpPr>
            <a:stCxn id="68" idx="1"/>
            <a:endCxn id="76" idx="1"/>
          </p:cNvCxnSpPr>
          <p:nvPr/>
        </p:nvCxnSpPr>
        <p:spPr>
          <a:xfrm flipH="1">
            <a:off x="4252837" y="1673085"/>
            <a:ext cx="2700" cy="1811700"/>
          </a:xfrm>
          <a:prstGeom prst="bentConnector3">
            <a:avLst>
              <a:gd fmla="val 19675439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triangle"/>
            <a:tailEnd len="sm" w="sm" type="triangle"/>
          </a:ln>
        </p:spPr>
      </p:cxnSp>
      <p:cxnSp>
        <p:nvCxnSpPr>
          <p:cNvPr id="77" name="Google Shape;77;p13"/>
          <p:cNvCxnSpPr>
            <a:stCxn id="71" idx="3"/>
            <a:endCxn id="78" idx="1"/>
          </p:cNvCxnSpPr>
          <p:nvPr/>
        </p:nvCxnSpPr>
        <p:spPr>
          <a:xfrm>
            <a:off x="3553986" y="2502930"/>
            <a:ext cx="608400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71" name="Google Shape;71;p13"/>
          <p:cNvSpPr/>
          <p:nvPr/>
        </p:nvSpPr>
        <p:spPr>
          <a:xfrm>
            <a:off x="2620086" y="2311830"/>
            <a:ext cx="933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ko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Load</a:t>
            </a:r>
            <a:br>
              <a:rPr b="0" i="0" lang="ko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Balancing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1716461" y="902703"/>
            <a:ext cx="712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ko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DNS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9" name="Google Shape;7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79400" y="972039"/>
            <a:ext cx="240225" cy="24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94509" y="2386187"/>
            <a:ext cx="240350" cy="240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" name="Google Shape;81;p13"/>
          <p:cNvGrpSpPr/>
          <p:nvPr/>
        </p:nvGrpSpPr>
        <p:grpSpPr>
          <a:xfrm>
            <a:off x="4162463" y="2127017"/>
            <a:ext cx="1042445" cy="751823"/>
            <a:chOff x="2178040" y="1054765"/>
            <a:chExt cx="1146300" cy="250800"/>
          </a:xfrm>
        </p:grpSpPr>
        <p:sp>
          <p:nvSpPr>
            <p:cNvPr id="78" name="Google Shape;78;p13"/>
            <p:cNvSpPr/>
            <p:nvPr/>
          </p:nvSpPr>
          <p:spPr>
            <a:xfrm>
              <a:off x="2178040" y="1054765"/>
              <a:ext cx="1146300" cy="250800"/>
            </a:xfrm>
            <a:prstGeom prst="roundRect">
              <a:avLst>
                <a:gd fmla="val 827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3"/>
            <p:cNvSpPr txBox="1"/>
            <p:nvPr/>
          </p:nvSpPr>
          <p:spPr>
            <a:xfrm>
              <a:off x="2178046" y="1054766"/>
              <a:ext cx="950700" cy="1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b="0" i="0" lang="ko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europe-west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3" name="Google Shape;83;p13"/>
          <p:cNvGrpSpPr/>
          <p:nvPr/>
        </p:nvGrpSpPr>
        <p:grpSpPr>
          <a:xfrm>
            <a:off x="4162466" y="1228054"/>
            <a:ext cx="1042445" cy="741189"/>
            <a:chOff x="2178040" y="1054765"/>
            <a:chExt cx="1146300" cy="250800"/>
          </a:xfrm>
        </p:grpSpPr>
        <p:sp>
          <p:nvSpPr>
            <p:cNvPr id="84" name="Google Shape;84;p13"/>
            <p:cNvSpPr/>
            <p:nvPr/>
          </p:nvSpPr>
          <p:spPr>
            <a:xfrm>
              <a:off x="2178040" y="1054765"/>
              <a:ext cx="1146300" cy="250800"/>
            </a:xfrm>
            <a:prstGeom prst="roundRect">
              <a:avLst>
                <a:gd fmla="val 827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3"/>
            <p:cNvSpPr txBox="1"/>
            <p:nvPr/>
          </p:nvSpPr>
          <p:spPr>
            <a:xfrm>
              <a:off x="2178046" y="1054766"/>
              <a:ext cx="950700" cy="1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lang="ko" sz="75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us-central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8" name="Google Shape;68;p13"/>
          <p:cNvSpPr/>
          <p:nvPr/>
        </p:nvSpPr>
        <p:spPr>
          <a:xfrm>
            <a:off x="4255537" y="1481985"/>
            <a:ext cx="843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ko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</a:t>
            </a:r>
            <a:br>
              <a:rPr b="0" i="0" lang="ko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26875" y="1554103"/>
            <a:ext cx="216500" cy="216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/>
          <p:nvPr/>
        </p:nvSpPr>
        <p:spPr>
          <a:xfrm>
            <a:off x="4252937" y="2384210"/>
            <a:ext cx="843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ko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</a:t>
            </a:r>
            <a:br>
              <a:rPr b="0" i="0" lang="ko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24275" y="2456328"/>
            <a:ext cx="216500" cy="21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3"/>
          <p:cNvGrpSpPr/>
          <p:nvPr/>
        </p:nvGrpSpPr>
        <p:grpSpPr>
          <a:xfrm>
            <a:off x="4162463" y="3036617"/>
            <a:ext cx="1042445" cy="751823"/>
            <a:chOff x="2178040" y="1054765"/>
            <a:chExt cx="1146300" cy="250800"/>
          </a:xfrm>
        </p:grpSpPr>
        <p:sp>
          <p:nvSpPr>
            <p:cNvPr id="90" name="Google Shape;90;p13"/>
            <p:cNvSpPr/>
            <p:nvPr/>
          </p:nvSpPr>
          <p:spPr>
            <a:xfrm>
              <a:off x="2178040" y="1054765"/>
              <a:ext cx="1146300" cy="250800"/>
            </a:xfrm>
            <a:prstGeom prst="roundRect">
              <a:avLst>
                <a:gd fmla="val 827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3"/>
            <p:cNvSpPr txBox="1"/>
            <p:nvPr/>
          </p:nvSpPr>
          <p:spPr>
            <a:xfrm>
              <a:off x="2178046" y="1054766"/>
              <a:ext cx="950700" cy="1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lang="ko" sz="75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asia-east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6" name="Google Shape;76;p13"/>
          <p:cNvSpPr/>
          <p:nvPr/>
        </p:nvSpPr>
        <p:spPr>
          <a:xfrm>
            <a:off x="4252937" y="3293810"/>
            <a:ext cx="8439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ko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Compute</a:t>
            </a:r>
            <a:br>
              <a:rPr b="0" i="0" lang="ko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Engine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24275" y="3365928"/>
            <a:ext cx="216500" cy="216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/>
          <p:nvPr/>
        </p:nvSpPr>
        <p:spPr>
          <a:xfrm>
            <a:off x="6303375" y="1019975"/>
            <a:ext cx="1168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Chatbot Admin</a:t>
            </a:r>
            <a:br>
              <a:rPr b="0" i="0" lang="ko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" sz="7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0" i="0" sz="700" u="none" cap="none" strike="noStrik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4" name="Google Shape;94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00878" y="1114947"/>
            <a:ext cx="238725" cy="19230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/>
          <p:nvPr/>
        </p:nvSpPr>
        <p:spPr>
          <a:xfrm>
            <a:off x="6303375" y="637775"/>
            <a:ext cx="1168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Chatbot Proxy</a:t>
            </a:r>
            <a:br>
              <a:rPr b="0" i="0" lang="ko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" sz="7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0" i="0" sz="700" u="none" cap="none" strike="noStrik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5" name="Google Shape;95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00878" y="732747"/>
            <a:ext cx="238725" cy="1923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3"/>
          <p:cNvGrpSpPr/>
          <p:nvPr/>
        </p:nvGrpSpPr>
        <p:grpSpPr>
          <a:xfrm>
            <a:off x="6185812" y="1975834"/>
            <a:ext cx="1403644" cy="1128324"/>
            <a:chOff x="2178040" y="1054765"/>
            <a:chExt cx="1146300" cy="250800"/>
          </a:xfrm>
        </p:grpSpPr>
        <p:sp>
          <p:nvSpPr>
            <p:cNvPr id="97" name="Google Shape;97;p13"/>
            <p:cNvSpPr/>
            <p:nvPr/>
          </p:nvSpPr>
          <p:spPr>
            <a:xfrm>
              <a:off x="2178040" y="1054765"/>
              <a:ext cx="1146300" cy="250800"/>
            </a:xfrm>
            <a:prstGeom prst="roundRect">
              <a:avLst>
                <a:gd fmla="val 827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3"/>
            <p:cNvSpPr txBox="1"/>
            <p:nvPr/>
          </p:nvSpPr>
          <p:spPr>
            <a:xfrm>
              <a:off x="2178046" y="1054766"/>
              <a:ext cx="950700" cy="1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lang="ko" sz="75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europe-west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9" name="Google Shape;99;p13"/>
          <p:cNvSpPr/>
          <p:nvPr/>
        </p:nvSpPr>
        <p:spPr>
          <a:xfrm>
            <a:off x="6303375" y="2571788"/>
            <a:ext cx="1168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Chatbot Admin</a:t>
            </a:r>
            <a:br>
              <a:rPr b="0" i="0" lang="ko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" sz="7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0" i="0" sz="700" u="none" cap="none" strike="noStrik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0" name="Google Shape;100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00878" y="2666760"/>
            <a:ext cx="238725" cy="19230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/>
          <p:nvPr/>
        </p:nvSpPr>
        <p:spPr>
          <a:xfrm>
            <a:off x="6303375" y="2189588"/>
            <a:ext cx="1168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Chatbot Proxy</a:t>
            </a:r>
            <a:br>
              <a:rPr b="0" i="0" lang="ko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" sz="7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0" i="0" sz="700" u="none" cap="none" strike="noStrik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" name="Google Shape;102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00878" y="2284560"/>
            <a:ext cx="238725" cy="1923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" name="Google Shape;103;p13"/>
          <p:cNvGrpSpPr/>
          <p:nvPr/>
        </p:nvGrpSpPr>
        <p:grpSpPr>
          <a:xfrm>
            <a:off x="6185812" y="3527671"/>
            <a:ext cx="1403644" cy="1128324"/>
            <a:chOff x="2178040" y="1054765"/>
            <a:chExt cx="1146300" cy="250800"/>
          </a:xfrm>
        </p:grpSpPr>
        <p:sp>
          <p:nvSpPr>
            <p:cNvPr id="104" name="Google Shape;104;p13"/>
            <p:cNvSpPr/>
            <p:nvPr/>
          </p:nvSpPr>
          <p:spPr>
            <a:xfrm>
              <a:off x="2178040" y="1054765"/>
              <a:ext cx="1146300" cy="250800"/>
            </a:xfrm>
            <a:prstGeom prst="roundRect">
              <a:avLst>
                <a:gd fmla="val 827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3"/>
            <p:cNvSpPr txBox="1"/>
            <p:nvPr/>
          </p:nvSpPr>
          <p:spPr>
            <a:xfrm>
              <a:off x="2178046" y="1054766"/>
              <a:ext cx="950700" cy="1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lang="ko" sz="75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asia-east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6" name="Google Shape;106;p13"/>
          <p:cNvSpPr/>
          <p:nvPr/>
        </p:nvSpPr>
        <p:spPr>
          <a:xfrm>
            <a:off x="6303375" y="4123625"/>
            <a:ext cx="1168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Chatbot Admin</a:t>
            </a:r>
            <a:br>
              <a:rPr b="0" i="0" lang="ko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" sz="7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0" i="0" sz="700" u="none" cap="none" strike="noStrik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" name="Google Shape;107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00878" y="4218597"/>
            <a:ext cx="238725" cy="19230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"/>
          <p:cNvSpPr/>
          <p:nvPr/>
        </p:nvSpPr>
        <p:spPr>
          <a:xfrm>
            <a:off x="6303375" y="3741425"/>
            <a:ext cx="1168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Chatbot Proxy</a:t>
            </a:r>
            <a:br>
              <a:rPr b="0" i="0" lang="ko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" sz="7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0" i="0" sz="700" u="none" cap="none" strike="noStrik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00878" y="3836397"/>
            <a:ext cx="238725" cy="1923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3"/>
          <p:cNvCxnSpPr>
            <a:stCxn id="68" idx="3"/>
            <a:endCxn id="93" idx="1"/>
          </p:cNvCxnSpPr>
          <p:nvPr/>
        </p:nvCxnSpPr>
        <p:spPr>
          <a:xfrm flipH="1" rot="10800000">
            <a:off x="5099437" y="1211085"/>
            <a:ext cx="1203900" cy="4620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11" name="Google Shape;111;p13"/>
          <p:cNvCxnSpPr>
            <a:stCxn id="87" idx="3"/>
            <a:endCxn id="101" idx="1"/>
          </p:cNvCxnSpPr>
          <p:nvPr/>
        </p:nvCxnSpPr>
        <p:spPr>
          <a:xfrm flipH="1" rot="10800000">
            <a:off x="5096837" y="2380610"/>
            <a:ext cx="1206600" cy="1947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12" name="Google Shape;112;p13"/>
          <p:cNvCxnSpPr>
            <a:stCxn id="87" idx="3"/>
            <a:endCxn id="99" idx="1"/>
          </p:cNvCxnSpPr>
          <p:nvPr/>
        </p:nvCxnSpPr>
        <p:spPr>
          <a:xfrm>
            <a:off x="5096837" y="2575310"/>
            <a:ext cx="1206600" cy="1875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13" name="Google Shape;113;p13"/>
          <p:cNvCxnSpPr>
            <a:stCxn id="76" idx="3"/>
            <a:endCxn id="106" idx="1"/>
          </p:cNvCxnSpPr>
          <p:nvPr/>
        </p:nvCxnSpPr>
        <p:spPr>
          <a:xfrm>
            <a:off x="5096837" y="3484910"/>
            <a:ext cx="1206600" cy="8298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14" name="Google Shape;114;p13"/>
          <p:cNvCxnSpPr>
            <a:stCxn id="76" idx="3"/>
            <a:endCxn id="108" idx="1"/>
          </p:cNvCxnSpPr>
          <p:nvPr/>
        </p:nvCxnSpPr>
        <p:spPr>
          <a:xfrm>
            <a:off x="5096837" y="3484910"/>
            <a:ext cx="1206600" cy="4476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15" name="Google Shape;115;p13"/>
          <p:cNvCxnSpPr>
            <a:stCxn id="65" idx="3"/>
            <a:endCxn id="71" idx="1"/>
          </p:cNvCxnSpPr>
          <p:nvPr/>
        </p:nvCxnSpPr>
        <p:spPr>
          <a:xfrm flipH="1" rot="10800000">
            <a:off x="1518613" y="2502889"/>
            <a:ext cx="1101600" cy="271500"/>
          </a:xfrm>
          <a:prstGeom prst="bentConnector3">
            <a:avLst>
              <a:gd fmla="val 29723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16" name="Google Shape;116;p13"/>
          <p:cNvSpPr txBox="1"/>
          <p:nvPr/>
        </p:nvSpPr>
        <p:spPr>
          <a:xfrm>
            <a:off x="1895500" y="1540408"/>
            <a:ext cx="11685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webchat.lgechatbot.com/MX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admin.lgechatbot.com/MX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webchat.lgechatbot.com/GB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admin.lgechatbot.com/GB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webchat.lgechatbot.com/IN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admin.lgechatbot.com/IN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t/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3753159" y="1402172"/>
            <a:ext cx="3006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/MX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3753159" y="2272397"/>
            <a:ext cx="3006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/EX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3760709" y="3224097"/>
            <a:ext cx="3006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/IN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5281950" y="1056111"/>
            <a:ext cx="11685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admin.lgechatbot.com/MX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5281950" y="644786"/>
            <a:ext cx="11685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webchat.lgechatbot.com/MX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5164600" y="2614836"/>
            <a:ext cx="11685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admin.lgechatbot.com/EX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5164600" y="2203511"/>
            <a:ext cx="11685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webchat.lgechatbot.com/EX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5218638" y="4155411"/>
            <a:ext cx="11685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admin.lgechatbot.com/IN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5218638" y="3744086"/>
            <a:ext cx="11685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webchat.lgechatbot.com/IN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2565078" y="695200"/>
            <a:ext cx="1365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640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ko" sz="75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GCP Project : Global</a:t>
            </a:r>
            <a:endParaRPr b="0" i="0" sz="600" u="none" cap="none" strike="noStrik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5934304" y="185575"/>
            <a:ext cx="14799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640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ko" sz="75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GCP Project  : </a:t>
            </a:r>
            <a:r>
              <a:rPr lang="ko" sz="75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Chatbot America</a:t>
            </a:r>
            <a:endParaRPr b="0" i="0" sz="600" u="none" cap="none" strike="noStrik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5934305" y="1771975"/>
            <a:ext cx="16551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640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ko" sz="75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GCP Project  : </a:t>
            </a:r>
            <a:r>
              <a:rPr lang="ko" sz="75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Chatbot E</a:t>
            </a:r>
            <a:r>
              <a:rPr lang="ko" sz="75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urope</a:t>
            </a:r>
            <a:endParaRPr b="0" i="0" sz="600" u="none" cap="none" strike="noStrik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5934301" y="3288375"/>
            <a:ext cx="15375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640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ko" sz="75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GCP Project  : </a:t>
            </a:r>
            <a:r>
              <a:rPr lang="ko" sz="75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Chatbot Asia</a:t>
            </a:r>
            <a:endParaRPr b="0" i="0" sz="600" u="none" cap="none" strike="noStrik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/>
          <p:nvPr/>
        </p:nvSpPr>
        <p:spPr>
          <a:xfrm>
            <a:off x="4969313" y="3329738"/>
            <a:ext cx="1991400" cy="14712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4969313" y="1778700"/>
            <a:ext cx="1991400" cy="14712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4969313" y="180438"/>
            <a:ext cx="1991400" cy="14712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" name="Google Shape;137;p14"/>
          <p:cNvGrpSpPr/>
          <p:nvPr/>
        </p:nvGrpSpPr>
        <p:grpSpPr>
          <a:xfrm>
            <a:off x="5263199" y="449821"/>
            <a:ext cx="1403644" cy="1128324"/>
            <a:chOff x="2178040" y="1054765"/>
            <a:chExt cx="1146300" cy="250800"/>
          </a:xfrm>
        </p:grpSpPr>
        <p:sp>
          <p:nvSpPr>
            <p:cNvPr id="138" name="Google Shape;138;p14"/>
            <p:cNvSpPr/>
            <p:nvPr/>
          </p:nvSpPr>
          <p:spPr>
            <a:xfrm>
              <a:off x="2178040" y="1054765"/>
              <a:ext cx="1146300" cy="250800"/>
            </a:xfrm>
            <a:prstGeom prst="roundRect">
              <a:avLst>
                <a:gd fmla="val 827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4"/>
            <p:cNvSpPr txBox="1"/>
            <p:nvPr/>
          </p:nvSpPr>
          <p:spPr>
            <a:xfrm>
              <a:off x="2178046" y="1054766"/>
              <a:ext cx="950700" cy="1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lang="ko" sz="75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us-central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0" name="Google Shape;140;p14"/>
          <p:cNvGrpSpPr/>
          <p:nvPr/>
        </p:nvGrpSpPr>
        <p:grpSpPr>
          <a:xfrm>
            <a:off x="2183276" y="2006513"/>
            <a:ext cx="502800" cy="502800"/>
            <a:chOff x="433514" y="2354433"/>
            <a:chExt cx="502800" cy="502800"/>
          </a:xfrm>
        </p:grpSpPr>
        <p:sp>
          <p:nvSpPr>
            <p:cNvPr id="141" name="Google Shape;141;p14"/>
            <p:cNvSpPr/>
            <p:nvPr/>
          </p:nvSpPr>
          <p:spPr>
            <a:xfrm>
              <a:off x="433514" y="2354433"/>
              <a:ext cx="502800" cy="502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42" name="Google Shape;142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0090" y="2391009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" name="Google Shape;143;p14"/>
          <p:cNvGrpSpPr/>
          <p:nvPr/>
        </p:nvGrpSpPr>
        <p:grpSpPr>
          <a:xfrm>
            <a:off x="2183276" y="2889689"/>
            <a:ext cx="502800" cy="502800"/>
            <a:chOff x="433514" y="2354433"/>
            <a:chExt cx="502800" cy="502800"/>
          </a:xfrm>
        </p:grpSpPr>
        <p:sp>
          <p:nvSpPr>
            <p:cNvPr id="144" name="Google Shape;144;p14"/>
            <p:cNvSpPr/>
            <p:nvPr/>
          </p:nvSpPr>
          <p:spPr>
            <a:xfrm>
              <a:off x="433514" y="2354433"/>
              <a:ext cx="502800" cy="5028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45" name="Google Shape;145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0090" y="2391009"/>
              <a:ext cx="429900" cy="4299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46" name="Google Shape;146;p14"/>
          <p:cNvCxnSpPr>
            <a:stCxn id="141" idx="3"/>
            <a:endCxn id="147" idx="1"/>
          </p:cNvCxnSpPr>
          <p:nvPr/>
        </p:nvCxnSpPr>
        <p:spPr>
          <a:xfrm flipH="1" rot="10800000">
            <a:off x="2686076" y="854813"/>
            <a:ext cx="2694600" cy="1403100"/>
          </a:xfrm>
          <a:prstGeom prst="bentConnector3">
            <a:avLst>
              <a:gd fmla="val 49936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48" name="Google Shape;148;p14"/>
          <p:cNvCxnSpPr>
            <a:stCxn id="144" idx="3"/>
            <a:endCxn id="149" idx="1"/>
          </p:cNvCxnSpPr>
          <p:nvPr/>
        </p:nvCxnSpPr>
        <p:spPr>
          <a:xfrm flipH="1" rot="10800000">
            <a:off x="2686076" y="1460489"/>
            <a:ext cx="197700" cy="16806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50" name="Google Shape;150;p14"/>
          <p:cNvCxnSpPr>
            <a:stCxn id="141" idx="3"/>
            <a:endCxn id="149" idx="1"/>
          </p:cNvCxnSpPr>
          <p:nvPr/>
        </p:nvCxnSpPr>
        <p:spPr>
          <a:xfrm flipH="1" rot="10800000">
            <a:off x="2686076" y="1460513"/>
            <a:ext cx="197700" cy="7974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49" name="Google Shape;149;p14"/>
          <p:cNvSpPr/>
          <p:nvPr/>
        </p:nvSpPr>
        <p:spPr>
          <a:xfrm>
            <a:off x="2883924" y="1269403"/>
            <a:ext cx="712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b="0" i="0" lang="ko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DNS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1" name="Google Shape;15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46863" y="1338739"/>
            <a:ext cx="240225" cy="24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4"/>
          <p:cNvSpPr/>
          <p:nvPr/>
        </p:nvSpPr>
        <p:spPr>
          <a:xfrm>
            <a:off x="5380763" y="663575"/>
            <a:ext cx="1168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Chatbot Proxy</a:t>
            </a:r>
            <a:br>
              <a:rPr b="0" i="0" lang="ko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" sz="7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0" i="0" sz="700" u="none" cap="none" strike="noStrik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2" name="Google Shape;15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78266" y="758547"/>
            <a:ext cx="238725" cy="1923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4"/>
          <p:cNvGrpSpPr/>
          <p:nvPr/>
        </p:nvGrpSpPr>
        <p:grpSpPr>
          <a:xfrm>
            <a:off x="5263199" y="2001634"/>
            <a:ext cx="1403644" cy="1128324"/>
            <a:chOff x="2178040" y="1054765"/>
            <a:chExt cx="1146300" cy="250800"/>
          </a:xfrm>
        </p:grpSpPr>
        <p:sp>
          <p:nvSpPr>
            <p:cNvPr id="154" name="Google Shape;154;p14"/>
            <p:cNvSpPr/>
            <p:nvPr/>
          </p:nvSpPr>
          <p:spPr>
            <a:xfrm>
              <a:off x="2178040" y="1054765"/>
              <a:ext cx="1146300" cy="250800"/>
            </a:xfrm>
            <a:prstGeom prst="roundRect">
              <a:avLst>
                <a:gd fmla="val 827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4"/>
            <p:cNvSpPr txBox="1"/>
            <p:nvPr/>
          </p:nvSpPr>
          <p:spPr>
            <a:xfrm>
              <a:off x="2178046" y="1054766"/>
              <a:ext cx="950700" cy="1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lang="ko" sz="75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europe-west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6" name="Google Shape;156;p14"/>
          <p:cNvGrpSpPr/>
          <p:nvPr/>
        </p:nvGrpSpPr>
        <p:grpSpPr>
          <a:xfrm>
            <a:off x="5263199" y="3553471"/>
            <a:ext cx="1403644" cy="1128324"/>
            <a:chOff x="2178040" y="1054765"/>
            <a:chExt cx="1146300" cy="250800"/>
          </a:xfrm>
        </p:grpSpPr>
        <p:sp>
          <p:nvSpPr>
            <p:cNvPr id="157" name="Google Shape;157;p14"/>
            <p:cNvSpPr/>
            <p:nvPr/>
          </p:nvSpPr>
          <p:spPr>
            <a:xfrm>
              <a:off x="2178040" y="1054765"/>
              <a:ext cx="1146300" cy="250800"/>
            </a:xfrm>
            <a:prstGeom prst="roundRect">
              <a:avLst>
                <a:gd fmla="val 827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4"/>
            <p:cNvSpPr txBox="1"/>
            <p:nvPr/>
          </p:nvSpPr>
          <p:spPr>
            <a:xfrm>
              <a:off x="2178046" y="1054766"/>
              <a:ext cx="950700" cy="1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lang="ko" sz="75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asia-east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59" name="Google Shape;159;p14"/>
          <p:cNvCxnSpPr>
            <a:stCxn id="142" idx="3"/>
            <a:endCxn id="160" idx="1"/>
          </p:cNvCxnSpPr>
          <p:nvPr/>
        </p:nvCxnSpPr>
        <p:spPr>
          <a:xfrm>
            <a:off x="2649752" y="2258039"/>
            <a:ext cx="2730900" cy="2082600"/>
          </a:xfrm>
          <a:prstGeom prst="bentConnector3">
            <a:avLst>
              <a:gd fmla="val 50372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61" name="Google Shape;161;p14"/>
          <p:cNvSpPr txBox="1"/>
          <p:nvPr/>
        </p:nvSpPr>
        <p:spPr>
          <a:xfrm>
            <a:off x="4359338" y="1081911"/>
            <a:ext cx="11685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admin.lgechatbot.com/MX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14"/>
          <p:cNvSpPr txBox="1"/>
          <p:nvPr/>
        </p:nvSpPr>
        <p:spPr>
          <a:xfrm>
            <a:off x="4359338" y="670586"/>
            <a:ext cx="11685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webchat.lgechatbot.com/MX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4241988" y="2640636"/>
            <a:ext cx="11685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admin.lgechatbot.com/EX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4241988" y="2229311"/>
            <a:ext cx="11685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webchat.lgechatbot.com/EX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4296025" y="4181211"/>
            <a:ext cx="11685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admin.lgechatbot.com/IN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14"/>
          <p:cNvSpPr txBox="1"/>
          <p:nvPr/>
        </p:nvSpPr>
        <p:spPr>
          <a:xfrm>
            <a:off x="4296025" y="3769886"/>
            <a:ext cx="11685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webchat.lgechatbot.com/IN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14"/>
          <p:cNvSpPr txBox="1"/>
          <p:nvPr/>
        </p:nvSpPr>
        <p:spPr>
          <a:xfrm>
            <a:off x="5011692" y="211375"/>
            <a:ext cx="14799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640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ko" sz="75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GCP Project  : Chatbot America</a:t>
            </a:r>
            <a:endParaRPr b="0" i="0" sz="600" u="none" cap="none" strike="noStrik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14"/>
          <p:cNvSpPr txBox="1"/>
          <p:nvPr/>
        </p:nvSpPr>
        <p:spPr>
          <a:xfrm>
            <a:off x="5011693" y="1797775"/>
            <a:ext cx="16551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640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ko" sz="75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GCP Project  : Chatbot Europe</a:t>
            </a:r>
            <a:endParaRPr b="0" i="0" sz="600" u="none" cap="none" strike="noStrik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14"/>
          <p:cNvSpPr txBox="1"/>
          <p:nvPr/>
        </p:nvSpPr>
        <p:spPr>
          <a:xfrm>
            <a:off x="5011688" y="3314175"/>
            <a:ext cx="15375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640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ko" sz="75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GCP Project  : Chatbot Asia</a:t>
            </a:r>
            <a:endParaRPr b="0" i="0" sz="600" u="none" cap="none" strike="noStrik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0" name="Google Shape;170;p14"/>
          <p:cNvCxnSpPr>
            <a:stCxn id="171" idx="1"/>
            <a:endCxn id="172" idx="1"/>
          </p:cNvCxnSpPr>
          <p:nvPr/>
        </p:nvCxnSpPr>
        <p:spPr>
          <a:xfrm flipH="1" rot="10800000">
            <a:off x="5380763" y="1236788"/>
            <a:ext cx="600" cy="1169700"/>
          </a:xfrm>
          <a:prstGeom prst="bentConnector3">
            <a:avLst>
              <a:gd fmla="val -225902092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72" name="Google Shape;172;p14"/>
          <p:cNvSpPr/>
          <p:nvPr/>
        </p:nvSpPr>
        <p:spPr>
          <a:xfrm>
            <a:off x="5380763" y="1045775"/>
            <a:ext cx="1168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Chatbot Admin</a:t>
            </a:r>
            <a:br>
              <a:rPr b="0" i="0" lang="ko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" sz="7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0" i="0" sz="700" u="none" cap="none" strike="noStrik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17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78266" y="1140747"/>
            <a:ext cx="238725" cy="19230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4"/>
          <p:cNvSpPr/>
          <p:nvPr/>
        </p:nvSpPr>
        <p:spPr>
          <a:xfrm>
            <a:off x="5380763" y="2597588"/>
            <a:ext cx="1168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Chatbot Admin</a:t>
            </a:r>
            <a:br>
              <a:rPr b="0" i="0" lang="ko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" sz="7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0" i="0" sz="700" u="none" cap="none" strike="noStrik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" name="Google Shape;175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78266" y="2692560"/>
            <a:ext cx="238725" cy="19230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4"/>
          <p:cNvSpPr/>
          <p:nvPr/>
        </p:nvSpPr>
        <p:spPr>
          <a:xfrm>
            <a:off x="5380763" y="2215388"/>
            <a:ext cx="1168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Chatbot Proxy</a:t>
            </a:r>
            <a:br>
              <a:rPr b="0" i="0" lang="ko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" sz="7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0" i="0" sz="700" u="none" cap="none" strike="noStrik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6" name="Google Shape;176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78266" y="2310360"/>
            <a:ext cx="238725" cy="19230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4"/>
          <p:cNvSpPr/>
          <p:nvPr/>
        </p:nvSpPr>
        <p:spPr>
          <a:xfrm>
            <a:off x="5380763" y="4149425"/>
            <a:ext cx="1168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Chatbot Admin</a:t>
            </a:r>
            <a:br>
              <a:rPr b="0" i="0" lang="ko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" sz="7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0" i="0" sz="700" u="none" cap="none" strike="noStrik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7" name="Google Shape;17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78266" y="4244397"/>
            <a:ext cx="238725" cy="19230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4"/>
          <p:cNvSpPr/>
          <p:nvPr/>
        </p:nvSpPr>
        <p:spPr>
          <a:xfrm>
            <a:off x="5380763" y="3767225"/>
            <a:ext cx="11685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10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Chatbot Proxy</a:t>
            </a:r>
            <a:br>
              <a:rPr b="0" i="0" lang="ko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" sz="7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b="0" i="0" sz="700" u="none" cap="none" strike="noStrik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9" name="Google Shape;17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78266" y="3862197"/>
            <a:ext cx="238725" cy="1923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" name="Google Shape;180;p14"/>
          <p:cNvCxnSpPr>
            <a:stCxn id="178" idx="1"/>
            <a:endCxn id="174" idx="1"/>
          </p:cNvCxnSpPr>
          <p:nvPr/>
        </p:nvCxnSpPr>
        <p:spPr>
          <a:xfrm flipH="1" rot="10800000">
            <a:off x="5380763" y="2788625"/>
            <a:ext cx="600" cy="1169700"/>
          </a:xfrm>
          <a:prstGeom prst="bentConnector3">
            <a:avLst>
              <a:gd fmla="val -227335426" name="adj1"/>
            </a:avLst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