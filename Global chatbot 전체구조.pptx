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0D796-2462-4D8C-BB10-278424C13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A1BB4D-DBDA-4A8E-A3E8-DC38254C1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0E843-9472-4AC1-AC5E-C4680118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93B36-51EA-4A49-921C-88081B1E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5B55F-9D8E-4DBA-AE6B-D01FB506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35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68A2D-20A3-46B7-819B-CBFE1422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495347-BD32-431E-87B9-960492831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0E789D-DAE0-4BDC-A42E-2E9E3A72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B039B-5009-4526-908D-9D2C5733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4F0046-F286-45AF-A0DB-89F51F6E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62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9BF44-1A1C-46B1-8785-E2BAEF32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04A54B-66B8-45D9-87E0-706091012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CF9AB2-2112-4CB7-9FCB-D5EA10D7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D6200A-A8B7-44B8-8511-0D67E9B5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A5C69-B661-45AE-8E7C-57646A0E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40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69FFD-432A-4B95-BDBC-D82C9C72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85A5E-5C83-4F7B-B24E-F14B744B1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690173-99A3-4EC2-879B-BC7CEB810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1B4D2-B138-4BB9-978D-569A5551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8FE7D7-936F-438E-AAB9-4E6CE17A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DE9966-5EEA-48F2-A73D-88DA04DE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1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4732C-3F1D-4FB6-BE7C-0807834D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D5AC1-55C5-4273-A954-DE0D7A2DD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98B09-62BD-4C9D-9CB3-03F77E1AC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C37959-2AC4-4639-AD0D-13810AA71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C4ECA9-9FA4-4AF7-8310-DED05BF67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AE432D-46D2-4510-80C0-A0DFD282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E94664-B635-4D64-93A6-AD708D38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5ADF0F-7965-44A6-9CFE-5B1881F4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5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D7FAE-399D-4CED-A660-F8BC883F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64ED73-CABA-41CF-B670-7ED570B8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B1306C-5DD4-450A-B32D-5F10D3B1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929E04-D740-46A5-BB9A-3F786F6A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12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BEBA46-E97E-44DD-A71E-602A4476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E927DC-C491-4F31-AA73-DE03FBA1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EFB093-0224-46C7-A5E8-4DF82C22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61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2D029-6F9B-4A72-A484-16443505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59039-20F0-440D-A8EE-CAAEB5A4B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B0D532-59D0-424B-9461-143DE1263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9C54A-DF21-4FBE-852D-881E6AE6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DD3E90-2B3F-4552-AFB1-87CA7EE1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C536A8-11B8-45E5-AE23-C5A4D7F0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9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1FCDC-58B4-48A3-928B-651028C1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2D392D-CA12-4D5C-8C53-CF7882744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CCC4AD-01FC-45D5-BC15-22E1A4962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704DB0-6ADA-4942-96CB-958F265C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AF072-87D4-4CCD-B88E-34A00840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25118-0777-4A85-A3FA-64EB488F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5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9719F-574D-42D4-A788-C73BB9F1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52E517-E057-4F82-9397-DAF59A65E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C55B02-737A-41F0-A27C-B4ABEF65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02F96-D1A3-4875-8E29-689C3341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AA9B0-EB36-4831-AC6F-2DF8B59D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43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FBE2BB-8122-4520-8108-BA50DB5E8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4076ED-09BA-4B39-81B4-838C90A33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EDB18A-9BAA-49B9-A620-3850B440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762DFA-CDF7-4C8B-A6E5-7B595BFB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D4200-1EC3-4C79-9A02-EAF6E931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24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A16FE7-43CE-4634-9A3F-413581AC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68C193-CEB1-4A93-BB87-2C874920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F8F397-77B4-4C73-A923-31ADB8685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EB238-4E1E-4FF9-B438-767A8A3DF3F8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9DA32-41E4-4D9A-B4A3-56F5A3F58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7379D-C987-4161-A1CC-0905AA061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56B09-C7C2-42AE-9867-F100F57D4F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45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FFD7F4-4807-4878-983C-6B8ACEDE1E39}"/>
              </a:ext>
            </a:extLst>
          </p:cNvPr>
          <p:cNvSpPr/>
          <p:nvPr/>
        </p:nvSpPr>
        <p:spPr>
          <a:xfrm>
            <a:off x="4688541" y="394447"/>
            <a:ext cx="4912659" cy="61643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7A52B0D-22FB-413E-A38E-DC08F5DF387C}"/>
              </a:ext>
            </a:extLst>
          </p:cNvPr>
          <p:cNvGrpSpPr/>
          <p:nvPr/>
        </p:nvGrpSpPr>
        <p:grpSpPr>
          <a:xfrm>
            <a:off x="6522953" y="138208"/>
            <a:ext cx="1198443" cy="508449"/>
            <a:chOff x="6289157" y="163903"/>
            <a:chExt cx="1198443" cy="5084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CDB7957-FECB-4968-9784-D89903F0286D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1E1AD74-BDB0-4D66-854B-4ED4AD3B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0874" y="231582"/>
              <a:ext cx="351277" cy="32572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662D19-1D92-44E8-8446-0DEB997E6FDB}"/>
                </a:ext>
              </a:extLst>
            </p:cNvPr>
            <p:cNvSpPr txBox="1"/>
            <p:nvPr/>
          </p:nvSpPr>
          <p:spPr>
            <a:xfrm>
              <a:off x="6712151" y="227710"/>
              <a:ext cx="77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GCP</a:t>
              </a:r>
              <a:endParaRPr lang="ko-KR" altLang="en-US" b="1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2C963F8-D39F-4F41-8F70-D98B497BF094}"/>
              </a:ext>
            </a:extLst>
          </p:cNvPr>
          <p:cNvGrpSpPr/>
          <p:nvPr/>
        </p:nvGrpSpPr>
        <p:grpSpPr>
          <a:xfrm>
            <a:off x="10484496" y="1559936"/>
            <a:ext cx="1061902" cy="508449"/>
            <a:chOff x="6289157" y="163903"/>
            <a:chExt cx="1061902" cy="50844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4DA183-058D-4365-ABE3-68889B5E4FA9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840DB7-D117-48E7-A5A8-E4462E672F4A}"/>
                </a:ext>
              </a:extLst>
            </p:cNvPr>
            <p:cNvSpPr txBox="1"/>
            <p:nvPr/>
          </p:nvSpPr>
          <p:spPr>
            <a:xfrm>
              <a:off x="6432383" y="248279"/>
              <a:ext cx="77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GSFS</a:t>
              </a:r>
              <a:endParaRPr lang="ko-KR" altLang="en-US" b="1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DF49DA8-99B5-477C-B637-BA6E473D0DB5}"/>
              </a:ext>
            </a:extLst>
          </p:cNvPr>
          <p:cNvGrpSpPr/>
          <p:nvPr/>
        </p:nvGrpSpPr>
        <p:grpSpPr>
          <a:xfrm>
            <a:off x="10486530" y="2349694"/>
            <a:ext cx="1061902" cy="508449"/>
            <a:chOff x="6289157" y="163903"/>
            <a:chExt cx="1061902" cy="50844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F20AD30-CBB2-4017-8A79-3CD5AC17590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CC5A45-8CD0-4B42-8C0A-CA6654CB859E}"/>
                </a:ext>
              </a:extLst>
            </p:cNvPr>
            <p:cNvSpPr txBox="1"/>
            <p:nvPr/>
          </p:nvSpPr>
          <p:spPr>
            <a:xfrm>
              <a:off x="6360666" y="233461"/>
              <a:ext cx="9903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lg.com</a:t>
              </a:r>
              <a:endParaRPr lang="ko-KR" altLang="en-US" b="1" dirty="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606965-F2CE-4E5E-8384-012090762306}"/>
              </a:ext>
            </a:extLst>
          </p:cNvPr>
          <p:cNvSpPr/>
          <p:nvPr/>
        </p:nvSpPr>
        <p:spPr>
          <a:xfrm>
            <a:off x="9959266" y="1214391"/>
            <a:ext cx="2133981" cy="34129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4EE9115-5B59-440E-9640-13459B30115A}"/>
              </a:ext>
            </a:extLst>
          </p:cNvPr>
          <p:cNvGrpSpPr/>
          <p:nvPr/>
        </p:nvGrpSpPr>
        <p:grpSpPr>
          <a:xfrm>
            <a:off x="10484497" y="3201867"/>
            <a:ext cx="1099689" cy="508449"/>
            <a:chOff x="6289157" y="163903"/>
            <a:chExt cx="1099689" cy="50844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102DC7E-5383-4D32-8981-7FE4DB3A374A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B60D20-BF60-42AF-AFE8-F884CD9463C1}"/>
                </a:ext>
              </a:extLst>
            </p:cNvPr>
            <p:cNvSpPr txBox="1"/>
            <p:nvPr/>
          </p:nvSpPr>
          <p:spPr>
            <a:xfrm>
              <a:off x="6326944" y="218072"/>
              <a:ext cx="10619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GPT</a:t>
              </a:r>
              <a:r>
                <a:rPr lang="ko-KR" altLang="en-US" sz="1000" b="1" dirty="0"/>
                <a:t> </a:t>
              </a:r>
              <a:endParaRPr lang="en-US" altLang="ko-KR" sz="1000" b="1" dirty="0"/>
            </a:p>
            <a:p>
              <a:r>
                <a:rPr lang="en-US" altLang="ko-KR" sz="1000" b="1" dirty="0"/>
                <a:t>Orchestration</a:t>
              </a:r>
              <a:endParaRPr lang="ko-KR" altLang="en-US" sz="1000" b="1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F2F3BB6-052F-4187-B609-B6C02796A9D6}"/>
              </a:ext>
            </a:extLst>
          </p:cNvPr>
          <p:cNvGrpSpPr/>
          <p:nvPr/>
        </p:nvGrpSpPr>
        <p:grpSpPr>
          <a:xfrm>
            <a:off x="10484497" y="858340"/>
            <a:ext cx="1061902" cy="508449"/>
            <a:chOff x="6289157" y="163903"/>
            <a:chExt cx="1061902" cy="50844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5AD94D2-47EC-4043-B55A-5D3D7CCAD1E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2A0A12-CFD1-4226-8EE2-E68E57E88CB0}"/>
                </a:ext>
              </a:extLst>
            </p:cNvPr>
            <p:cNvSpPr txBox="1"/>
            <p:nvPr/>
          </p:nvSpPr>
          <p:spPr>
            <a:xfrm>
              <a:off x="6432383" y="220967"/>
              <a:ext cx="77544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외부 의존 시스템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74CBC05-A0C3-4C59-B5CE-01F52F05E5EF}"/>
              </a:ext>
            </a:extLst>
          </p:cNvPr>
          <p:cNvGrpSpPr/>
          <p:nvPr/>
        </p:nvGrpSpPr>
        <p:grpSpPr>
          <a:xfrm>
            <a:off x="5378614" y="3206294"/>
            <a:ext cx="1198443" cy="508449"/>
            <a:chOff x="6289157" y="163903"/>
            <a:chExt cx="1198443" cy="50844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DD677C2-860B-4869-8588-FC63888FE04C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2B4486-C569-453D-ABE5-F52EA3338A88}"/>
                </a:ext>
              </a:extLst>
            </p:cNvPr>
            <p:cNvSpPr txBox="1"/>
            <p:nvPr/>
          </p:nvSpPr>
          <p:spPr>
            <a:xfrm>
              <a:off x="6712151" y="264238"/>
              <a:ext cx="775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Proxy</a:t>
              </a:r>
              <a:endParaRPr lang="ko-KR" altLang="en-US" sz="1400" b="1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F07039F-8EE5-44C9-8DD1-36D81D94D55C}"/>
              </a:ext>
            </a:extLst>
          </p:cNvPr>
          <p:cNvGrpSpPr/>
          <p:nvPr/>
        </p:nvGrpSpPr>
        <p:grpSpPr>
          <a:xfrm>
            <a:off x="5378614" y="915061"/>
            <a:ext cx="1198443" cy="554118"/>
            <a:chOff x="6289157" y="163903"/>
            <a:chExt cx="1198443" cy="55411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9A7A132-2D20-4DE8-9C8D-E49700AC0CD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E76EF0-5F1F-4176-B369-1C7CDCC4515E}"/>
                </a:ext>
              </a:extLst>
            </p:cNvPr>
            <p:cNvSpPr txBox="1"/>
            <p:nvPr/>
          </p:nvSpPr>
          <p:spPr>
            <a:xfrm>
              <a:off x="6712151" y="194801"/>
              <a:ext cx="7754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Fulfillment</a:t>
              </a:r>
              <a:endParaRPr lang="ko-KR" altLang="en-US" sz="1400" b="1" dirty="0"/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499D180-B239-4CF1-A243-87ED40139A4A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5909565" y="2517640"/>
            <a:ext cx="0" cy="68865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C7B9342-1ADF-4B95-849B-36A876D51F85}"/>
              </a:ext>
            </a:extLst>
          </p:cNvPr>
          <p:cNvGrpSpPr/>
          <p:nvPr/>
        </p:nvGrpSpPr>
        <p:grpSpPr>
          <a:xfrm>
            <a:off x="5382060" y="1994420"/>
            <a:ext cx="1133515" cy="523220"/>
            <a:chOff x="6289157" y="161074"/>
            <a:chExt cx="1133515" cy="52322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6EAC332-6CE7-4074-855B-B045150148C1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84894-4A36-4E69-9E68-43811D701118}"/>
                </a:ext>
              </a:extLst>
            </p:cNvPr>
            <p:cNvSpPr txBox="1"/>
            <p:nvPr/>
          </p:nvSpPr>
          <p:spPr>
            <a:xfrm>
              <a:off x="6647223" y="161074"/>
              <a:ext cx="7754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/>
                <a:t>DIalogflow</a:t>
              </a:r>
              <a:endParaRPr lang="ko-KR" altLang="en-US" sz="1400" b="1" dirty="0"/>
            </a:p>
          </p:txBody>
        </p:sp>
      </p:grp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94E18B1-AF19-402D-8434-71CA69EAF36A}"/>
              </a:ext>
            </a:extLst>
          </p:cNvPr>
          <p:cNvCxnSpPr>
            <a:cxnSpLocks/>
          </p:cNvCxnSpPr>
          <p:nvPr/>
        </p:nvCxnSpPr>
        <p:spPr>
          <a:xfrm flipV="1">
            <a:off x="5920563" y="1421018"/>
            <a:ext cx="0" cy="57340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04BE9418-7CE6-4910-B7D9-B9A982FCB469}"/>
              </a:ext>
            </a:extLst>
          </p:cNvPr>
          <p:cNvCxnSpPr>
            <a:cxnSpLocks/>
            <a:stCxn id="33" idx="3"/>
            <a:endCxn id="147" idx="3"/>
          </p:cNvCxnSpPr>
          <p:nvPr/>
        </p:nvCxnSpPr>
        <p:spPr>
          <a:xfrm>
            <a:off x="6577057" y="1207569"/>
            <a:ext cx="12700" cy="34197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CF2E74F5-49F9-4C16-8ABC-EBEFE1FBAD96}"/>
              </a:ext>
            </a:extLst>
          </p:cNvPr>
          <p:cNvCxnSpPr>
            <a:cxnSpLocks/>
          </p:cNvCxnSpPr>
          <p:nvPr/>
        </p:nvCxnSpPr>
        <p:spPr>
          <a:xfrm>
            <a:off x="6804212" y="1551886"/>
            <a:ext cx="111914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CBE625C-AAA2-42FC-946D-E92D1A191823}"/>
              </a:ext>
            </a:extLst>
          </p:cNvPr>
          <p:cNvCxnSpPr>
            <a:cxnSpLocks/>
            <a:stCxn id="28" idx="3"/>
            <a:endCxn id="20" idx="1"/>
          </p:cNvCxnSpPr>
          <p:nvPr/>
        </p:nvCxnSpPr>
        <p:spPr>
          <a:xfrm flipV="1">
            <a:off x="6577057" y="3456092"/>
            <a:ext cx="3907440" cy="442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D5C80252-D33B-4766-9E9D-8029527783BD}"/>
              </a:ext>
            </a:extLst>
          </p:cNvPr>
          <p:cNvCxnSpPr>
            <a:endCxn id="10" idx="1"/>
          </p:cNvCxnSpPr>
          <p:nvPr/>
        </p:nvCxnSpPr>
        <p:spPr>
          <a:xfrm rot="5400000" flipH="1" flipV="1">
            <a:off x="9481859" y="2453455"/>
            <a:ext cx="1641930" cy="36334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" name="그림 105">
            <a:extLst>
              <a:ext uri="{FF2B5EF4-FFF2-40B4-BE49-F238E27FC236}">
                <a16:creationId xmlns:a16="http://schemas.microsoft.com/office/drawing/2014/main" id="{DD91BEE4-3178-46C5-9C74-49760D1A8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542" y="985196"/>
            <a:ext cx="376959" cy="332083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D9A8DC1B-3F1B-49A1-BB35-26469538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471" y="3290049"/>
            <a:ext cx="376959" cy="332083"/>
          </a:xfrm>
          <a:prstGeom prst="rect">
            <a:avLst/>
          </a:prstGeom>
        </p:spPr>
      </p:pic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6E688676-F005-4C6A-BFE7-A811F0085691}"/>
              </a:ext>
            </a:extLst>
          </p:cNvPr>
          <p:cNvGrpSpPr/>
          <p:nvPr/>
        </p:nvGrpSpPr>
        <p:grpSpPr>
          <a:xfrm>
            <a:off x="8148127" y="1057748"/>
            <a:ext cx="775449" cy="342478"/>
            <a:chOff x="7294443" y="915061"/>
            <a:chExt cx="775449" cy="34247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D0D7EE7-7860-40DD-AFE2-AF4609775450}"/>
                </a:ext>
              </a:extLst>
            </p:cNvPr>
            <p:cNvGrpSpPr/>
            <p:nvPr/>
          </p:nvGrpSpPr>
          <p:grpSpPr>
            <a:xfrm>
              <a:off x="7294443" y="915061"/>
              <a:ext cx="775449" cy="342478"/>
              <a:chOff x="6289157" y="163903"/>
              <a:chExt cx="1156783" cy="508449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B445E144-3A8D-4CE1-B6B1-279AEE5E05F9}"/>
                  </a:ext>
                </a:extLst>
              </p:cNvPr>
              <p:cNvSpPr/>
              <p:nvPr/>
            </p:nvSpPr>
            <p:spPr>
              <a:xfrm>
                <a:off x="6289157" y="163903"/>
                <a:ext cx="1106288" cy="5084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270996-A92F-486F-A563-D9DD70E9807B}"/>
                  </a:ext>
                </a:extLst>
              </p:cNvPr>
              <p:cNvSpPr txBox="1"/>
              <p:nvPr/>
            </p:nvSpPr>
            <p:spPr>
              <a:xfrm>
                <a:off x="6670493" y="219903"/>
                <a:ext cx="775447" cy="388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b="1" dirty="0"/>
                  <a:t>SQL</a:t>
                </a:r>
                <a:endParaRPr lang="ko-KR" altLang="en-US" sz="1050" b="1" dirty="0"/>
              </a:p>
            </p:txBody>
          </p:sp>
        </p:grpSp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AA85E833-4720-4BE2-83B3-DA061EC69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4056" y="924692"/>
              <a:ext cx="278322" cy="323213"/>
            </a:xfrm>
            <a:prstGeom prst="rect">
              <a:avLst/>
            </a:prstGeom>
          </p:spPr>
        </p:pic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5D0768B5-B3B7-42E2-9688-F2A9CC2A3985}"/>
              </a:ext>
            </a:extLst>
          </p:cNvPr>
          <p:cNvGrpSpPr/>
          <p:nvPr/>
        </p:nvGrpSpPr>
        <p:grpSpPr>
          <a:xfrm>
            <a:off x="8149989" y="1400937"/>
            <a:ext cx="804355" cy="386153"/>
            <a:chOff x="8006289" y="915061"/>
            <a:chExt cx="773591" cy="342478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33A3EB21-5E3F-4B31-87C9-2EB0DCB61825}"/>
                </a:ext>
              </a:extLst>
            </p:cNvPr>
            <p:cNvGrpSpPr/>
            <p:nvPr/>
          </p:nvGrpSpPr>
          <p:grpSpPr>
            <a:xfrm>
              <a:off x="8006289" y="915061"/>
              <a:ext cx="773591" cy="342478"/>
              <a:chOff x="6289155" y="163903"/>
              <a:chExt cx="1154011" cy="508449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0414128E-C3DA-43E0-AEAE-010B20B0119C}"/>
                  </a:ext>
                </a:extLst>
              </p:cNvPr>
              <p:cNvSpPr/>
              <p:nvPr/>
            </p:nvSpPr>
            <p:spPr>
              <a:xfrm>
                <a:off x="6289155" y="163903"/>
                <a:ext cx="1061902" cy="5084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FB006D3-67B0-49A2-902A-6F82C3679865}"/>
                  </a:ext>
                </a:extLst>
              </p:cNvPr>
              <p:cNvSpPr txBox="1"/>
              <p:nvPr/>
            </p:nvSpPr>
            <p:spPr>
              <a:xfrm>
                <a:off x="6667718" y="225653"/>
                <a:ext cx="775448" cy="365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/>
                  <a:t>Redis</a:t>
                </a:r>
                <a:endParaRPr lang="ko-KR" altLang="en-US" sz="1000" b="1" dirty="0"/>
              </a:p>
            </p:txBody>
          </p:sp>
        </p:grpSp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17812BF1-44FF-4FA0-B150-64D0C7634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9587" y="946302"/>
              <a:ext cx="335463" cy="303515"/>
            </a:xfrm>
            <a:prstGeom prst="rect">
              <a:avLst/>
            </a:prstGeom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52E23A5-BD17-42C7-9286-12C5F492157E}"/>
              </a:ext>
            </a:extLst>
          </p:cNvPr>
          <p:cNvGrpSpPr/>
          <p:nvPr/>
        </p:nvGrpSpPr>
        <p:grpSpPr>
          <a:xfrm>
            <a:off x="8148127" y="1787091"/>
            <a:ext cx="775449" cy="398037"/>
            <a:chOff x="8714243" y="915061"/>
            <a:chExt cx="775449" cy="398037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08535F35-0320-418D-8DA3-145FDED35939}"/>
                </a:ext>
              </a:extLst>
            </p:cNvPr>
            <p:cNvGrpSpPr/>
            <p:nvPr/>
          </p:nvGrpSpPr>
          <p:grpSpPr>
            <a:xfrm>
              <a:off x="8714243" y="915061"/>
              <a:ext cx="775449" cy="398037"/>
              <a:chOff x="6289157" y="163903"/>
              <a:chExt cx="1074092" cy="590933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38F70F66-41CD-43E7-9787-E2F52ADA068A}"/>
                  </a:ext>
                </a:extLst>
              </p:cNvPr>
              <p:cNvSpPr/>
              <p:nvPr/>
            </p:nvSpPr>
            <p:spPr>
              <a:xfrm>
                <a:off x="6289157" y="163903"/>
                <a:ext cx="1027207" cy="5084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6DAAF9E-33F4-49CB-BB65-8C0068908F62}"/>
                  </a:ext>
                </a:extLst>
              </p:cNvPr>
              <p:cNvSpPr txBox="1"/>
              <p:nvPr/>
            </p:nvSpPr>
            <p:spPr>
              <a:xfrm>
                <a:off x="6587801" y="252213"/>
                <a:ext cx="775448" cy="502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Storage</a:t>
                </a:r>
                <a:endParaRPr lang="ko-KR" altLang="en-US" sz="700" b="1" dirty="0"/>
              </a:p>
            </p:txBody>
          </p:sp>
        </p:grpSp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8C2AD455-4F7E-4237-99AC-A2CE6F202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42317" y="985196"/>
              <a:ext cx="267126" cy="218558"/>
            </a:xfrm>
            <a:prstGeom prst="rect">
              <a:avLst/>
            </a:prstGeom>
          </p:spPr>
        </p:pic>
      </p:grpSp>
      <p:pic>
        <p:nvPicPr>
          <p:cNvPr id="111" name="그림 110">
            <a:extLst>
              <a:ext uri="{FF2B5EF4-FFF2-40B4-BE49-F238E27FC236}">
                <a16:creationId xmlns:a16="http://schemas.microsoft.com/office/drawing/2014/main" id="{15C99475-5232-47D4-AF99-76CEC10F0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7709" y="2039984"/>
            <a:ext cx="338382" cy="422978"/>
          </a:xfrm>
          <a:prstGeom prst="rect">
            <a:avLst/>
          </a:prstGeom>
        </p:spPr>
      </p:pic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D0E18366-178D-44F9-877E-34A4224D4E33}"/>
              </a:ext>
            </a:extLst>
          </p:cNvPr>
          <p:cNvCxnSpPr>
            <a:stCxn id="53" idx="1"/>
            <a:endCxn id="69" idx="1"/>
          </p:cNvCxnSpPr>
          <p:nvPr/>
        </p:nvCxnSpPr>
        <p:spPr>
          <a:xfrm rot="10800000" flipV="1">
            <a:off x="8148127" y="1228986"/>
            <a:ext cx="12700" cy="729343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0126BAA-1472-4117-B238-E555D15BD13B}"/>
              </a:ext>
            </a:extLst>
          </p:cNvPr>
          <p:cNvGrpSpPr/>
          <p:nvPr/>
        </p:nvGrpSpPr>
        <p:grpSpPr>
          <a:xfrm>
            <a:off x="7707677" y="4172604"/>
            <a:ext cx="1285107" cy="508449"/>
            <a:chOff x="6289157" y="163903"/>
            <a:chExt cx="1166958" cy="508449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06A8466-73B8-4EDD-828F-B3DFCCF8BDD5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8DE2B42-06E7-4B4D-A56B-1F8C587F2BE6}"/>
                </a:ext>
              </a:extLst>
            </p:cNvPr>
            <p:cNvSpPr txBox="1"/>
            <p:nvPr/>
          </p:nvSpPr>
          <p:spPr>
            <a:xfrm>
              <a:off x="6680666" y="266953"/>
              <a:ext cx="7754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Pub/Sub</a:t>
              </a:r>
              <a:endParaRPr lang="ko-KR" altLang="en-US" sz="12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FEB6F240-4075-484A-A3CF-1C257B751EE9}"/>
              </a:ext>
            </a:extLst>
          </p:cNvPr>
          <p:cNvGrpSpPr/>
          <p:nvPr/>
        </p:nvGrpSpPr>
        <p:grpSpPr>
          <a:xfrm>
            <a:off x="7707679" y="4680803"/>
            <a:ext cx="1250080" cy="508449"/>
            <a:chOff x="6289157" y="163903"/>
            <a:chExt cx="1135151" cy="508449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BA1932AF-CA64-44F8-AFC2-C185F402D6A4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EEBC122-7477-46F9-9B55-C79A76985E26}"/>
                </a:ext>
              </a:extLst>
            </p:cNvPr>
            <p:cNvSpPr txBox="1"/>
            <p:nvPr/>
          </p:nvSpPr>
          <p:spPr>
            <a:xfrm>
              <a:off x="6648859" y="266953"/>
              <a:ext cx="7754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Dataflow</a:t>
              </a:r>
              <a:endParaRPr lang="ko-KR" altLang="en-US" sz="1200" b="1" dirty="0"/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1A28A37A-201B-4763-931C-73F4B1D7F094}"/>
              </a:ext>
            </a:extLst>
          </p:cNvPr>
          <p:cNvGrpSpPr/>
          <p:nvPr/>
        </p:nvGrpSpPr>
        <p:grpSpPr>
          <a:xfrm>
            <a:off x="7707677" y="5193206"/>
            <a:ext cx="1250080" cy="508449"/>
            <a:chOff x="6289157" y="163903"/>
            <a:chExt cx="1135151" cy="508449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E43D64BE-EB76-4DF1-80E4-1A5BAD8A6C4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5FD81FA-A2F6-442F-AB5A-49783A77BC11}"/>
                </a:ext>
              </a:extLst>
            </p:cNvPr>
            <p:cNvSpPr txBox="1"/>
            <p:nvPr/>
          </p:nvSpPr>
          <p:spPr>
            <a:xfrm>
              <a:off x="6648859" y="266953"/>
              <a:ext cx="775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err="1"/>
                <a:t>BigQuery</a:t>
              </a:r>
              <a:endParaRPr lang="ko-KR" altLang="en-US" sz="1100" b="1" dirty="0"/>
            </a:p>
          </p:txBody>
        </p:sp>
      </p:grpSp>
      <p:pic>
        <p:nvPicPr>
          <p:cNvPr id="132" name="그림 131">
            <a:extLst>
              <a:ext uri="{FF2B5EF4-FFF2-40B4-BE49-F238E27FC236}">
                <a16:creationId xmlns:a16="http://schemas.microsoft.com/office/drawing/2014/main" id="{573174DA-CB92-4705-B1B2-0B05CD6AC5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9587" y="5283243"/>
            <a:ext cx="359008" cy="332083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02FCCF42-40F8-4D2B-85B9-F29A0FD6B0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349" y="4746158"/>
            <a:ext cx="317390" cy="402029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F3138AE3-7996-4331-B45B-F9AC9122BE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975" y="4229483"/>
            <a:ext cx="364261" cy="373846"/>
          </a:xfrm>
          <a:prstGeom prst="rect">
            <a:avLst/>
          </a:prstGeom>
        </p:spPr>
      </p:pic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B212A5DC-FEE2-4045-B3C4-D368E5DF1570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6831106" y="3209365"/>
            <a:ext cx="1461279" cy="96323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F3D8BD86-E918-4E07-876C-18C772C6D196}"/>
              </a:ext>
            </a:extLst>
          </p:cNvPr>
          <p:cNvGrpSpPr/>
          <p:nvPr/>
        </p:nvGrpSpPr>
        <p:grpSpPr>
          <a:xfrm>
            <a:off x="5376360" y="5200709"/>
            <a:ext cx="1240935" cy="508449"/>
            <a:chOff x="6289157" y="163903"/>
            <a:chExt cx="1240935" cy="508449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14E72E8-5609-4504-8643-ED1E9803608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872E6E6-1310-4832-8617-259FCD3EA055}"/>
                </a:ext>
              </a:extLst>
            </p:cNvPr>
            <p:cNvSpPr txBox="1"/>
            <p:nvPr/>
          </p:nvSpPr>
          <p:spPr>
            <a:xfrm>
              <a:off x="6754643" y="223551"/>
              <a:ext cx="7754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dirty="0"/>
                <a:t>Looker</a:t>
              </a:r>
            </a:p>
            <a:p>
              <a:r>
                <a:rPr lang="en-US" altLang="ko-KR" sz="1050" b="1" dirty="0"/>
                <a:t>Studio</a:t>
              </a:r>
              <a:endParaRPr lang="ko-KR" altLang="en-US" sz="1000" b="1" dirty="0"/>
            </a:p>
          </p:txBody>
        </p:sp>
      </p:grpSp>
      <p:pic>
        <p:nvPicPr>
          <p:cNvPr id="140" name="그림 139">
            <a:extLst>
              <a:ext uri="{FF2B5EF4-FFF2-40B4-BE49-F238E27FC236}">
                <a16:creationId xmlns:a16="http://schemas.microsoft.com/office/drawing/2014/main" id="{1748A21E-CF7F-47C3-BB85-3CB6D8AF21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0761" y="5208279"/>
            <a:ext cx="365204" cy="474765"/>
          </a:xfrm>
          <a:prstGeom prst="rect">
            <a:avLst/>
          </a:prstGeom>
        </p:spPr>
      </p:pic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8288BE4C-65B4-49E7-9D9F-60283C18D17A}"/>
              </a:ext>
            </a:extLst>
          </p:cNvPr>
          <p:cNvCxnSpPr>
            <a:cxnSpLocks/>
            <a:endCxn id="130" idx="1"/>
          </p:cNvCxnSpPr>
          <p:nvPr/>
        </p:nvCxnSpPr>
        <p:spPr>
          <a:xfrm flipV="1">
            <a:off x="6438262" y="5447431"/>
            <a:ext cx="1269415" cy="44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38C12D3D-3889-467F-9D64-CF81E0C219A7}"/>
              </a:ext>
            </a:extLst>
          </p:cNvPr>
          <p:cNvGrpSpPr/>
          <p:nvPr/>
        </p:nvGrpSpPr>
        <p:grpSpPr>
          <a:xfrm>
            <a:off x="5378614" y="4388510"/>
            <a:ext cx="1198443" cy="508449"/>
            <a:chOff x="6289157" y="163903"/>
            <a:chExt cx="1198443" cy="508449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3E2A3275-D0BE-4540-96B9-609CA0FCD5F3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21E7F42-5514-4EAE-9E5C-2C76B0F6178B}"/>
                </a:ext>
              </a:extLst>
            </p:cNvPr>
            <p:cNvSpPr txBox="1"/>
            <p:nvPr/>
          </p:nvSpPr>
          <p:spPr>
            <a:xfrm>
              <a:off x="6712151" y="264238"/>
              <a:ext cx="7754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Admin</a:t>
              </a:r>
              <a:endParaRPr lang="ko-KR" altLang="en-US" sz="1200" b="1" dirty="0"/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B5954855-8BAF-4432-871B-8D25C450E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069" y="4464539"/>
            <a:ext cx="376959" cy="332083"/>
          </a:xfrm>
          <a:prstGeom prst="rect">
            <a:avLst/>
          </a:prstGeom>
        </p:spPr>
      </p:pic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961A046-6FC8-41B6-9803-8ED61142A010}"/>
              </a:ext>
            </a:extLst>
          </p:cNvPr>
          <p:cNvSpPr/>
          <p:nvPr/>
        </p:nvSpPr>
        <p:spPr>
          <a:xfrm>
            <a:off x="7575278" y="4058467"/>
            <a:ext cx="1417506" cy="17560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003A4DDB-49C0-4C4E-95FC-6019CE5669EB}"/>
              </a:ext>
            </a:extLst>
          </p:cNvPr>
          <p:cNvGrpSpPr/>
          <p:nvPr/>
        </p:nvGrpSpPr>
        <p:grpSpPr>
          <a:xfrm>
            <a:off x="8916403" y="4793810"/>
            <a:ext cx="559291" cy="299787"/>
            <a:chOff x="6289157" y="163903"/>
            <a:chExt cx="1061902" cy="508449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D5C6C0D5-2A78-45BC-832A-A261165513F1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92C53D0-1D1C-4D07-A9F8-AF96BCFA464C}"/>
                </a:ext>
              </a:extLst>
            </p:cNvPr>
            <p:cNvSpPr txBox="1"/>
            <p:nvPr/>
          </p:nvSpPr>
          <p:spPr>
            <a:xfrm>
              <a:off x="6432383" y="220967"/>
              <a:ext cx="77544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ETL</a:t>
              </a:r>
              <a:endParaRPr lang="ko-KR" altLang="en-US" sz="1000" b="1" dirty="0"/>
            </a:p>
          </p:txBody>
        </p: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48BBBB07-E067-4D94-8DB4-9BDBD1450C06}"/>
              </a:ext>
            </a:extLst>
          </p:cNvPr>
          <p:cNvGrpSpPr/>
          <p:nvPr/>
        </p:nvGrpSpPr>
        <p:grpSpPr>
          <a:xfrm>
            <a:off x="10484496" y="3964278"/>
            <a:ext cx="1061902" cy="508449"/>
            <a:chOff x="6289157" y="163903"/>
            <a:chExt cx="1061902" cy="508449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8B8839EC-2D62-4D36-BECB-4A891F504818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9E7BF29-11FC-44EE-9F89-85E7A2FF1613}"/>
                </a:ext>
              </a:extLst>
            </p:cNvPr>
            <p:cNvSpPr txBox="1"/>
            <p:nvPr/>
          </p:nvSpPr>
          <p:spPr>
            <a:xfrm>
              <a:off x="6432383" y="248279"/>
              <a:ext cx="77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GSCS</a:t>
              </a:r>
              <a:endParaRPr lang="ko-KR" altLang="en-US" b="1" dirty="0"/>
            </a:p>
          </p:txBody>
        </p:sp>
      </p:grp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9CED0A18-DB1D-4296-A7B2-8CDF6C7DC6AD}"/>
              </a:ext>
            </a:extLst>
          </p:cNvPr>
          <p:cNvCxnSpPr>
            <a:stCxn id="156" idx="1"/>
          </p:cNvCxnSpPr>
          <p:nvPr/>
        </p:nvCxnSpPr>
        <p:spPr>
          <a:xfrm rot="10800000">
            <a:off x="10123792" y="3476625"/>
            <a:ext cx="360704" cy="74187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연결선: 꺾임 160">
            <a:extLst>
              <a:ext uri="{FF2B5EF4-FFF2-40B4-BE49-F238E27FC236}">
                <a16:creationId xmlns:a16="http://schemas.microsoft.com/office/drawing/2014/main" id="{16B9C83B-0A43-45CC-BBC9-2B49DF979EC9}"/>
              </a:ext>
            </a:extLst>
          </p:cNvPr>
          <p:cNvCxnSpPr>
            <a:stCxn id="146" idx="1"/>
            <a:endCxn id="138" idx="1"/>
          </p:cNvCxnSpPr>
          <p:nvPr/>
        </p:nvCxnSpPr>
        <p:spPr>
          <a:xfrm rot="10800000" flipV="1">
            <a:off x="5376360" y="4642734"/>
            <a:ext cx="2254" cy="812199"/>
          </a:xfrm>
          <a:prstGeom prst="bentConnector3">
            <a:avLst>
              <a:gd name="adj1" fmla="val 102419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연결선: 꺾임 162">
            <a:extLst>
              <a:ext uri="{FF2B5EF4-FFF2-40B4-BE49-F238E27FC236}">
                <a16:creationId xmlns:a16="http://schemas.microsoft.com/office/drawing/2014/main" id="{58F14E5E-AF64-43C0-A9B4-2F556873A5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84615" y="5208279"/>
            <a:ext cx="2753635" cy="78014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EBB2A069-7E9C-4E49-8638-4DF03C1E3E66}"/>
              </a:ext>
            </a:extLst>
          </p:cNvPr>
          <p:cNvGrpSpPr/>
          <p:nvPr/>
        </p:nvGrpSpPr>
        <p:grpSpPr>
          <a:xfrm>
            <a:off x="1176976" y="5701655"/>
            <a:ext cx="1061902" cy="508449"/>
            <a:chOff x="6289157" y="163903"/>
            <a:chExt cx="1061902" cy="508449"/>
          </a:xfrm>
        </p:grpSpPr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399E8057-F7E1-42F6-91EA-6E980F7743D6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1586FCE-1474-4F80-95E2-850E42682B77}"/>
                </a:ext>
              </a:extLst>
            </p:cNvPr>
            <p:cNvSpPr txBox="1"/>
            <p:nvPr/>
          </p:nvSpPr>
          <p:spPr>
            <a:xfrm>
              <a:off x="6387900" y="187936"/>
              <a:ext cx="944813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ADMIN</a:t>
              </a:r>
            </a:p>
            <a:p>
              <a:r>
                <a:rPr lang="en-US" altLang="ko-KR" sz="900" b="1" dirty="0"/>
                <a:t>(Corporation)</a:t>
              </a:r>
              <a:endParaRPr lang="ko-KR" altLang="en-US" sz="800" b="1" dirty="0"/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F0A174E9-61E2-492E-AA01-C4641C393A9F}"/>
              </a:ext>
            </a:extLst>
          </p:cNvPr>
          <p:cNvGrpSpPr/>
          <p:nvPr/>
        </p:nvGrpSpPr>
        <p:grpSpPr>
          <a:xfrm>
            <a:off x="98753" y="1829895"/>
            <a:ext cx="756733" cy="508449"/>
            <a:chOff x="6289157" y="163903"/>
            <a:chExt cx="1061902" cy="508449"/>
          </a:xfrm>
        </p:grpSpPr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EF2C4472-4FB2-4A86-A508-D1962856E30D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BDD4508-5A3C-4636-9063-375F7F5EA150}"/>
                </a:ext>
              </a:extLst>
            </p:cNvPr>
            <p:cNvSpPr txBox="1"/>
            <p:nvPr/>
          </p:nvSpPr>
          <p:spPr>
            <a:xfrm>
              <a:off x="6373811" y="280596"/>
              <a:ext cx="944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USER</a:t>
              </a:r>
              <a:endParaRPr lang="ko-KR" altLang="en-US" sz="1400" b="1" dirty="0"/>
            </a:p>
          </p:txBody>
        </p:sp>
      </p:grp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9E978C0-D100-4BE8-8C48-4284A0D5EE2A}"/>
              </a:ext>
            </a:extLst>
          </p:cNvPr>
          <p:cNvSpPr/>
          <p:nvPr/>
        </p:nvSpPr>
        <p:spPr>
          <a:xfrm>
            <a:off x="988581" y="715688"/>
            <a:ext cx="1694481" cy="32378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463ACAA-FB61-4856-BD10-2E1228F9D305}"/>
              </a:ext>
            </a:extLst>
          </p:cNvPr>
          <p:cNvSpPr/>
          <p:nvPr/>
        </p:nvSpPr>
        <p:spPr>
          <a:xfrm>
            <a:off x="1457454" y="412767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Platform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05632F18-73B2-4EBE-B217-AE52BA86E41F}"/>
              </a:ext>
            </a:extLst>
          </p:cNvPr>
          <p:cNvSpPr/>
          <p:nvPr/>
        </p:nvSpPr>
        <p:spPr>
          <a:xfrm>
            <a:off x="1465825" y="1170964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Web</a:t>
            </a:r>
          </a:p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(Browser)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490ACE2A-D7D7-4711-9240-56C98C97E070}"/>
              </a:ext>
            </a:extLst>
          </p:cNvPr>
          <p:cNvSpPr/>
          <p:nvPr/>
        </p:nvSpPr>
        <p:spPr>
          <a:xfrm>
            <a:off x="1468796" y="1887563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err="1">
                <a:solidFill>
                  <a:schemeClr val="tx1"/>
                </a:solidFill>
              </a:rPr>
              <a:t>Whatsapp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1679AE11-CECE-4299-BFF4-B37B623158FF}"/>
              </a:ext>
            </a:extLst>
          </p:cNvPr>
          <p:cNvSpPr/>
          <p:nvPr/>
        </p:nvSpPr>
        <p:spPr>
          <a:xfrm>
            <a:off x="1465825" y="2597881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Twilio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AE730A52-EC93-4384-86D1-749312E877FC}"/>
              </a:ext>
            </a:extLst>
          </p:cNvPr>
          <p:cNvSpPr/>
          <p:nvPr/>
        </p:nvSpPr>
        <p:spPr>
          <a:xfrm>
            <a:off x="1465825" y="3270658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Facebook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Messenger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85" name="연결선: 꺾임 184">
            <a:extLst>
              <a:ext uri="{FF2B5EF4-FFF2-40B4-BE49-F238E27FC236}">
                <a16:creationId xmlns:a16="http://schemas.microsoft.com/office/drawing/2014/main" id="{8EB7D314-E587-4A68-A056-317D36E4DB12}"/>
              </a:ext>
            </a:extLst>
          </p:cNvPr>
          <p:cNvCxnSpPr>
            <a:cxnSpLocks/>
            <a:stCxn id="174" idx="3"/>
            <a:endCxn id="176" idx="3"/>
          </p:cNvCxnSpPr>
          <p:nvPr/>
        </p:nvCxnSpPr>
        <p:spPr>
          <a:xfrm flipH="1">
            <a:off x="2222558" y="2141788"/>
            <a:ext cx="2971" cy="1383095"/>
          </a:xfrm>
          <a:prstGeom prst="bentConnector3">
            <a:avLst>
              <a:gd name="adj1" fmla="val -769437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82C8E092-1B0D-47BE-A26B-D68D83DD6250}"/>
              </a:ext>
            </a:extLst>
          </p:cNvPr>
          <p:cNvSpPr/>
          <p:nvPr/>
        </p:nvSpPr>
        <p:spPr>
          <a:xfrm>
            <a:off x="2869419" y="2597881"/>
            <a:ext cx="756733" cy="5084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중계 서버</a:t>
            </a: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8C43EF04-E575-4637-BE69-42A34616AA1B}"/>
              </a:ext>
            </a:extLst>
          </p:cNvPr>
          <p:cNvCxnSpPr>
            <a:endCxn id="186" idx="1"/>
          </p:cNvCxnSpPr>
          <p:nvPr/>
        </p:nvCxnSpPr>
        <p:spPr>
          <a:xfrm flipV="1">
            <a:off x="2465294" y="2852106"/>
            <a:ext cx="404125" cy="98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A178D79E-D9B9-4A11-B6A8-E181BA0F5755}"/>
              </a:ext>
            </a:extLst>
          </p:cNvPr>
          <p:cNvCxnSpPr>
            <a:cxnSpLocks/>
            <a:stCxn id="186" idx="3"/>
            <a:endCxn id="26" idx="1"/>
          </p:cNvCxnSpPr>
          <p:nvPr/>
        </p:nvCxnSpPr>
        <p:spPr>
          <a:xfrm>
            <a:off x="3626152" y="2852106"/>
            <a:ext cx="1752462" cy="60841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089497A9-C6BB-4018-B878-C8EF0779007B}"/>
              </a:ext>
            </a:extLst>
          </p:cNvPr>
          <p:cNvCxnSpPr>
            <a:stCxn id="173" idx="3"/>
          </p:cNvCxnSpPr>
          <p:nvPr/>
        </p:nvCxnSpPr>
        <p:spPr>
          <a:xfrm>
            <a:off x="2222558" y="1425189"/>
            <a:ext cx="1928825" cy="1426099"/>
          </a:xfrm>
          <a:prstGeom prst="bentConnector3">
            <a:avLst>
              <a:gd name="adj1" fmla="val 9229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9596C7F0-D843-405D-B5D1-2E86AFD14B34}"/>
              </a:ext>
            </a:extLst>
          </p:cNvPr>
          <p:cNvSpPr txBox="1"/>
          <p:nvPr/>
        </p:nvSpPr>
        <p:spPr>
          <a:xfrm>
            <a:off x="10522284" y="6039621"/>
            <a:ext cx="744452" cy="340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EDL</a:t>
            </a:r>
            <a:endParaRPr lang="ko-KR" altLang="en-US" b="1" dirty="0"/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D31FE16A-B3DF-4D6C-84C5-292CAFE2CD3A}"/>
              </a:ext>
            </a:extLst>
          </p:cNvPr>
          <p:cNvGrpSpPr/>
          <p:nvPr/>
        </p:nvGrpSpPr>
        <p:grpSpPr>
          <a:xfrm>
            <a:off x="7713174" y="5936621"/>
            <a:ext cx="1241168" cy="508449"/>
            <a:chOff x="6289157" y="163903"/>
            <a:chExt cx="1127059" cy="508449"/>
          </a:xfrm>
        </p:grpSpPr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3C3E1912-7510-4E98-A19C-2676EDA4FB09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7CF65D3-1619-4F79-B754-899B151745E7}"/>
                </a:ext>
              </a:extLst>
            </p:cNvPr>
            <p:cNvSpPr txBox="1"/>
            <p:nvPr/>
          </p:nvSpPr>
          <p:spPr>
            <a:xfrm>
              <a:off x="6640767" y="211049"/>
              <a:ext cx="7754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Cloud Function</a:t>
              </a:r>
              <a:endParaRPr lang="ko-KR" altLang="en-US" sz="1100" b="1" dirty="0"/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10B422EC-A3D3-48C5-A1D3-36D961E36734}"/>
              </a:ext>
            </a:extLst>
          </p:cNvPr>
          <p:cNvGrpSpPr/>
          <p:nvPr/>
        </p:nvGrpSpPr>
        <p:grpSpPr>
          <a:xfrm>
            <a:off x="6537468" y="5936621"/>
            <a:ext cx="1250080" cy="508449"/>
            <a:chOff x="6289157" y="163903"/>
            <a:chExt cx="1135151" cy="508449"/>
          </a:xfrm>
        </p:grpSpPr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770935C5-2F4C-4381-A1E6-ABB6AFB27803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AC76BB80-49EB-43E5-B0E8-6DE6ED3C454F}"/>
                </a:ext>
              </a:extLst>
            </p:cNvPr>
            <p:cNvSpPr txBox="1"/>
            <p:nvPr/>
          </p:nvSpPr>
          <p:spPr>
            <a:xfrm>
              <a:off x="6648859" y="266953"/>
              <a:ext cx="775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Scheduler</a:t>
              </a:r>
              <a:endParaRPr lang="ko-KR" altLang="en-US" sz="1100" b="1" dirty="0"/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50F8A644-1773-4CAF-86C7-E4B685CA44D8}"/>
              </a:ext>
            </a:extLst>
          </p:cNvPr>
          <p:cNvGrpSpPr/>
          <p:nvPr/>
        </p:nvGrpSpPr>
        <p:grpSpPr>
          <a:xfrm>
            <a:off x="10316334" y="5939167"/>
            <a:ext cx="1061902" cy="508449"/>
            <a:chOff x="6289157" y="163903"/>
            <a:chExt cx="1061902" cy="508449"/>
          </a:xfrm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F12AF6B-FE87-4F94-A15B-A7257283D19C}"/>
                </a:ext>
              </a:extLst>
            </p:cNvPr>
            <p:cNvSpPr/>
            <p:nvPr/>
          </p:nvSpPr>
          <p:spPr>
            <a:xfrm>
              <a:off x="6289157" y="163903"/>
              <a:ext cx="1061902" cy="508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E38A9060-77E7-4BD4-881C-D820C04E8AE9}"/>
                </a:ext>
              </a:extLst>
            </p:cNvPr>
            <p:cNvSpPr txBox="1"/>
            <p:nvPr/>
          </p:nvSpPr>
          <p:spPr>
            <a:xfrm>
              <a:off x="6432383" y="248279"/>
              <a:ext cx="775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EDL</a:t>
              </a:r>
              <a:endParaRPr lang="ko-KR" altLang="en-US" b="1" dirty="0"/>
            </a:p>
          </p:txBody>
        </p:sp>
      </p:grp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EA0F1A01-85D8-4B40-9761-16D94366492B}"/>
              </a:ext>
            </a:extLst>
          </p:cNvPr>
          <p:cNvCxnSpPr>
            <a:cxnSpLocks/>
            <a:stCxn id="201" idx="3"/>
            <a:endCxn id="206" idx="1"/>
          </p:cNvCxnSpPr>
          <p:nvPr/>
        </p:nvCxnSpPr>
        <p:spPr>
          <a:xfrm flipV="1">
            <a:off x="8954342" y="6193392"/>
            <a:ext cx="1361992" cy="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5" name="그림 214">
            <a:extLst>
              <a:ext uri="{FF2B5EF4-FFF2-40B4-BE49-F238E27FC236}">
                <a16:creationId xmlns:a16="http://schemas.microsoft.com/office/drawing/2014/main" id="{FB997EB4-B0FB-4B6C-9171-D73BA84D76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622" y="5985994"/>
            <a:ext cx="423179" cy="400304"/>
          </a:xfrm>
          <a:prstGeom prst="rect">
            <a:avLst/>
          </a:prstGeom>
        </p:spPr>
      </p:pic>
      <p:pic>
        <p:nvPicPr>
          <p:cNvPr id="216" name="그림 215">
            <a:extLst>
              <a:ext uri="{FF2B5EF4-FFF2-40B4-BE49-F238E27FC236}">
                <a16:creationId xmlns:a16="http://schemas.microsoft.com/office/drawing/2014/main" id="{1F4FEB01-ECE8-4BB8-9755-C3747678D8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5321" y="6042167"/>
            <a:ext cx="332083" cy="3320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002563-7536-492E-A349-3D2C72CC4DBD}"/>
              </a:ext>
            </a:extLst>
          </p:cNvPr>
          <p:cNvSpPr txBox="1"/>
          <p:nvPr/>
        </p:nvSpPr>
        <p:spPr>
          <a:xfrm>
            <a:off x="8068913" y="495901"/>
            <a:ext cx="132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/>
              <a:t>챗봇</a:t>
            </a:r>
            <a:r>
              <a:rPr lang="ko-KR" altLang="en-US" sz="1200" b="1" dirty="0"/>
              <a:t> 관리 대상</a:t>
            </a:r>
          </a:p>
        </p:txBody>
      </p:sp>
    </p:spTree>
    <p:extLst>
      <p:ext uri="{BB962C8B-B14F-4D97-AF65-F5344CB8AC3E}">
        <p14:creationId xmlns:p14="http://schemas.microsoft.com/office/powerpoint/2010/main" val="61448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50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이현성</dc:creator>
  <cp:lastModifiedBy>이현성</cp:lastModifiedBy>
  <cp:revision>25</cp:revision>
  <dcterms:created xsi:type="dcterms:W3CDTF">2024-11-18T02:16:27Z</dcterms:created>
  <dcterms:modified xsi:type="dcterms:W3CDTF">2024-12-03T05:13:32Z</dcterms:modified>
</cp:coreProperties>
</file>