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81" r:id="rId4"/>
    <p:sldId id="282" r:id="rId5"/>
    <p:sldId id="283" r:id="rId6"/>
    <p:sldId id="286" r:id="rId7"/>
    <p:sldId id="285" r:id="rId8"/>
    <p:sldId id="287" r:id="rId9"/>
    <p:sldId id="288" r:id="rId10"/>
    <p:sldId id="289" r:id="rId11"/>
    <p:sldId id="292" r:id="rId12"/>
    <p:sldId id="291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26191-6563-440B-B30F-9963CB07F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B2343D-ADF1-4070-9B68-236C67000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EBA65F-3964-4251-B385-3616B742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D08285-5AD3-42A7-BF42-C96EF56D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64810-0F51-416C-87DD-270950DF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35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63BB0-BA8E-43D0-8A48-57958B14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4F473F-2FF0-4381-BE75-7908A313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F8A07A-3944-4D68-AF13-7A954D5F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68A5F1-7392-4ADA-A26C-3F2E65A1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E7DE51-42D4-4EE0-BAF9-C5E1AF8F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14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9313-B418-4AD0-A17A-46C7C9D33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80C239-E4FB-4484-9E2E-0BF3E8D05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5ECBE8-122A-490D-A5B9-81F52DE9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0355D-7DA4-4367-8A18-E6788824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2A21EC-A798-409E-9A76-C609ED01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517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A0A79-9A1E-4532-B64F-577E2024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927875-B1E5-4C3E-BAE4-6BFAEFA49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CE4E0D-E776-48AB-A440-A8AC3D780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BDFB0-5460-4F61-8521-1FB33369D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8C95F2-FD97-46F8-95B2-5634F22F1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46A6F9-2A2E-4B0E-B509-D6D3EDEE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300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B1774-0856-4169-8CCA-04C1027A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FC4CCA-305B-4A88-AC3D-10FDF3EDB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0A34F5-C73A-42BF-A2D1-6B2280724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2FE781-05EB-47EC-BB07-080B3A9272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0AEECD-11FB-497D-8A3C-EBD00DB51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F45CBC-2ACF-4B6C-9CC7-44732BB26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3DD131-90B2-4F01-95B0-B2BC5DEF5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1C157F-737C-4CA6-8CC0-BA91D6D20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21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88441-1BE3-4509-BAA9-DA664DC0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507616-B60A-4770-9398-20EFF69EE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8A6810-E63C-4ECF-B23C-64F666A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CC0F16-29B7-45E3-8ACF-F3B1CAAC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183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9FF6AC-984E-45B6-8ADC-A606F7DE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D2FD4C-35E7-40DA-99BC-C05C5BA7C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B4159D-21FA-42A1-AA44-2EA3DF55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3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FD41B-7A6D-46EF-B495-F1A2B7EBD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AED27-8EA8-40DA-A0CD-AE0538034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565DDD-B389-4416-B1C0-DA82587B6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B1E1B8-5426-4556-9982-2C673A5F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762C52-BD34-45FA-AC4C-06E36208D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1505C6-AB7D-4A2D-9F6F-5D66F411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5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F2F7A-BD41-49B3-8AB5-68FEBC9C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759FE4-3B51-4396-A8CC-F7029F61C0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05053C-7A1D-4B47-9D2E-54B7FC855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43D9C1-D54A-4C29-A527-8A76AFC8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77F682-3A54-4892-8C99-B4E6984E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0DBB62-518E-4FB6-9ABC-AF747465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87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E04A1-6297-459C-B04D-7169F38C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BEB06A-6CDF-401C-913F-40CECD146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226E3E-149F-4E5C-8DBD-BADD00CD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3BED1C-B639-4A45-ABBC-21278E7B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438DD-90E9-4A09-9B2C-BD2ECB41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95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39DF70-9EFB-46D1-94B9-ACBAF4192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7C3E89-E869-4A1C-A207-7F435DA35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05BEF8-50FA-437C-8B32-2BBEC498C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D47879-5AA8-41C1-BC73-BD7C7FCB1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5E901E-D595-408C-99B2-64204120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95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57336C-1A6E-468B-9A80-1DEBF52E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6FF37B-9BEB-4A33-A8FE-940253954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A48ADC-21AF-4668-9F3C-941E6676E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A1841-9627-4E66-A1E2-89F7FAC911D4}" type="datetimeFigureOut">
              <a:rPr lang="ko-KR" altLang="en-US" smtClean="0"/>
              <a:t>2023-03-29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7880C-B04E-4C2F-A47B-1A8D063D1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C713EA-2346-40C7-AEEB-9CDA4659B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85F45-0043-4E07-BBF5-69DA0F7CA5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44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704B1-85C0-4DCC-A7FD-ECBC052325DC}"/>
              </a:ext>
            </a:extLst>
          </p:cNvPr>
          <p:cNvSpPr txBox="1"/>
          <p:nvPr/>
        </p:nvSpPr>
        <p:spPr>
          <a:xfrm>
            <a:off x="134224" y="125835"/>
            <a:ext cx="1190397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b="1" dirty="0"/>
              <a:t>1. proxy, fulfillment, admin server</a:t>
            </a:r>
          </a:p>
          <a:p>
            <a:endParaRPr lang="en-US" altLang="ko-KR" sz="1400" dirty="0"/>
          </a:p>
          <a:p>
            <a:r>
              <a:rPr lang="en-US" altLang="ko-KR" sz="1400" dirty="0"/>
              <a:t>App engine</a:t>
            </a:r>
            <a:r>
              <a:rPr lang="ko-KR" altLang="en-US" sz="1400" dirty="0"/>
              <a:t>에 올려서 배포 진행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클라이언트의 테스트 및 배포 전에 대해서는 </a:t>
            </a:r>
            <a:r>
              <a:rPr lang="en-US" altLang="ko-KR" sz="1400" dirty="0"/>
              <a:t>dev (</a:t>
            </a:r>
            <a:r>
              <a:rPr lang="ko-KR" altLang="en-US" sz="1400" dirty="0"/>
              <a:t>개발 서버</a:t>
            </a:r>
            <a:r>
              <a:rPr lang="en-US" altLang="ko-KR" sz="1400" dirty="0"/>
              <a:t>)</a:t>
            </a:r>
            <a:r>
              <a:rPr lang="ko-KR" altLang="en-US" sz="1400" dirty="0"/>
              <a:t>에서 진행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수요일에 </a:t>
            </a:r>
            <a:r>
              <a:rPr lang="en-US" altLang="ko-KR" sz="1400" dirty="0"/>
              <a:t>staging </a:t>
            </a:r>
            <a:r>
              <a:rPr lang="ko-KR" altLang="en-US" sz="1400" dirty="0"/>
              <a:t>서버에 올려서 테스트를 진행하고 통과하면 목요일에 배포하는 방식으로 진행되었음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배포하면 </a:t>
            </a:r>
            <a:r>
              <a:rPr lang="en-US" altLang="ko-KR" sz="1400" dirty="0"/>
              <a:t>app engine - service</a:t>
            </a:r>
            <a:r>
              <a:rPr lang="ko-KR" altLang="en-US" sz="1400" dirty="0"/>
              <a:t>에서 배포된 것을 볼 수 있다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Yml</a:t>
            </a:r>
            <a:r>
              <a:rPr lang="ko-KR" altLang="en-US" sz="1400" dirty="0"/>
              <a:t>을 한 개로 설정했기 때문에 </a:t>
            </a:r>
            <a:r>
              <a:rPr lang="en-US" altLang="ko-KR" sz="1400" dirty="0"/>
              <a:t>instance</a:t>
            </a:r>
            <a:r>
              <a:rPr lang="ko-KR" altLang="en-US" sz="1400" dirty="0"/>
              <a:t>는 </a:t>
            </a:r>
            <a:r>
              <a:rPr lang="en-US" altLang="ko-KR" sz="1400" dirty="0"/>
              <a:t>1</a:t>
            </a:r>
            <a:r>
              <a:rPr lang="ko-KR" altLang="en-US" sz="1400" dirty="0"/>
              <a:t>개로 표시된다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Plugin</a:t>
            </a:r>
            <a:r>
              <a:rPr lang="ko-KR" altLang="en-US" sz="1400" dirty="0"/>
              <a:t>은 </a:t>
            </a:r>
            <a:r>
              <a:rPr lang="en-US" altLang="ko-KR" sz="1400" dirty="0" err="1"/>
              <a:t>gcloud</a:t>
            </a:r>
            <a:r>
              <a:rPr lang="ko-KR" altLang="en-US" sz="1400" dirty="0"/>
              <a:t>의 명령어를 자동으로 진행되도록 설정해 놓은 것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가끔 설정을 해 </a:t>
            </a:r>
            <a:r>
              <a:rPr lang="en-US" altLang="ko-KR" sz="1400" dirty="0"/>
              <a:t>apply</a:t>
            </a:r>
            <a:r>
              <a:rPr lang="ko-KR" altLang="en-US" sz="1400" dirty="0"/>
              <a:t>해도 천천히 적용될 수 있다</a:t>
            </a:r>
            <a:r>
              <a:rPr lang="en-US" altLang="ko-KR" sz="1400" dirty="0"/>
              <a:t>. (</a:t>
            </a:r>
            <a:r>
              <a:rPr lang="ko-KR" altLang="en-US" sz="1400" dirty="0"/>
              <a:t>느긋하게 기다리기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08040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0B5588-BC54-4BB4-9C3F-785C1DCB46EF}"/>
              </a:ext>
            </a:extLst>
          </p:cNvPr>
          <p:cNvSpPr txBox="1"/>
          <p:nvPr/>
        </p:nvSpPr>
        <p:spPr>
          <a:xfrm>
            <a:off x="83890" y="125835"/>
            <a:ext cx="11903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배포 방법 </a:t>
            </a:r>
            <a:endParaRPr lang="en-US" altLang="ko-KR" sz="1200" b="1" dirty="0"/>
          </a:p>
          <a:p>
            <a:endParaRPr lang="en-US" altLang="ko-KR" sz="1200" b="1" dirty="0"/>
          </a:p>
          <a:p>
            <a:endParaRPr lang="en-US" altLang="ko-KR" sz="11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8DCDA-1ECD-4C56-9D4D-A6EEF4A8D0B9}"/>
              </a:ext>
            </a:extLst>
          </p:cNvPr>
          <p:cNvSpPr txBox="1"/>
          <p:nvPr/>
        </p:nvSpPr>
        <p:spPr>
          <a:xfrm>
            <a:off x="218114" y="830510"/>
            <a:ext cx="11889996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/>
              <a:t>인텔리제이의 </a:t>
            </a:r>
            <a:r>
              <a:rPr lang="en-US" altLang="ko-KR" sz="1200" dirty="0"/>
              <a:t>Google cloud code</a:t>
            </a:r>
            <a:r>
              <a:rPr lang="ko-KR" altLang="en-US" sz="1200" dirty="0"/>
              <a:t> 플러그인 설치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en-US" altLang="ko-KR" sz="1200" dirty="0"/>
              <a:t>Project structure -&gt; module</a:t>
            </a:r>
            <a:r>
              <a:rPr lang="ko-KR" altLang="en-US" sz="1200" dirty="0"/>
              <a:t>에서 </a:t>
            </a:r>
            <a:r>
              <a:rPr lang="en-US" altLang="ko-KR" sz="1200" dirty="0"/>
              <a:t>+</a:t>
            </a:r>
            <a:r>
              <a:rPr lang="ko-KR" altLang="en-US" sz="1200" dirty="0"/>
              <a:t>버튼을 눌러</a:t>
            </a:r>
            <a:r>
              <a:rPr lang="en-US" altLang="ko-KR" sz="1200" dirty="0"/>
              <a:t> google</a:t>
            </a:r>
            <a:r>
              <a:rPr lang="ko-KR" altLang="en-US" sz="1200" dirty="0"/>
              <a:t> </a:t>
            </a:r>
            <a:r>
              <a:rPr lang="en-US" altLang="ko-KR" sz="1200" dirty="0"/>
              <a:t>app engine flexible </a:t>
            </a:r>
            <a:r>
              <a:rPr lang="ko-KR" altLang="en-US" sz="1200" dirty="0"/>
              <a:t>추가</a:t>
            </a:r>
            <a:endParaRPr lang="en-US" altLang="ko-KR" sz="1200" dirty="0"/>
          </a:p>
          <a:p>
            <a:r>
              <a:rPr lang="en-US" altLang="ko-KR" sz="1200" dirty="0"/>
              <a:t>       (</a:t>
            </a:r>
            <a:r>
              <a:rPr lang="ko-KR" altLang="en-US" sz="1200" dirty="0"/>
              <a:t>각 모듈마다 모두 추가해주어야 한다</a:t>
            </a:r>
            <a:r>
              <a:rPr lang="en-US" altLang="ko-KR" sz="1200" dirty="0"/>
              <a:t>.)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endParaRPr lang="ko-KR" altLang="en-US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B13C28-CA60-4F95-8281-430ABE6A5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072" y="1746483"/>
            <a:ext cx="8967831" cy="504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14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0B5588-BC54-4BB4-9C3F-785C1DCB46EF}"/>
              </a:ext>
            </a:extLst>
          </p:cNvPr>
          <p:cNvSpPr txBox="1"/>
          <p:nvPr/>
        </p:nvSpPr>
        <p:spPr>
          <a:xfrm>
            <a:off x="83890" y="125835"/>
            <a:ext cx="119039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 방법 </a:t>
            </a:r>
            <a:endParaRPr lang="en-US" altLang="ko-KR" sz="1600" b="1" dirty="0"/>
          </a:p>
          <a:p>
            <a:endParaRPr lang="en-US" altLang="ko-KR" sz="1600" b="1" dirty="0"/>
          </a:p>
          <a:p>
            <a:endParaRPr lang="en-US" altLang="ko-KR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8DCDA-1ECD-4C56-9D4D-A6EEF4A8D0B9}"/>
              </a:ext>
            </a:extLst>
          </p:cNvPr>
          <p:cNvSpPr txBox="1"/>
          <p:nvPr/>
        </p:nvSpPr>
        <p:spPr>
          <a:xfrm>
            <a:off x="218114" y="830510"/>
            <a:ext cx="11889996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3. </a:t>
            </a:r>
            <a:r>
              <a:rPr lang="ko-KR" altLang="en-US" sz="1200" dirty="0"/>
              <a:t>배포하려는 프로젝트 소스코드의 </a:t>
            </a:r>
            <a:r>
              <a:rPr lang="en-US" altLang="ko-KR" sz="1200" dirty="0" err="1"/>
              <a:t>appengine</a:t>
            </a:r>
            <a:r>
              <a:rPr lang="en-US" altLang="ko-KR" sz="1200" dirty="0"/>
              <a:t> </a:t>
            </a:r>
            <a:r>
              <a:rPr lang="ko-KR" altLang="en-US" sz="1200" dirty="0"/>
              <a:t>디렉토리에서 운영</a:t>
            </a:r>
            <a:r>
              <a:rPr lang="en-US" altLang="ko-KR" sz="1200" dirty="0"/>
              <a:t> / </a:t>
            </a:r>
            <a:r>
              <a:rPr lang="ko-KR" altLang="en-US" sz="1200" dirty="0"/>
              <a:t>개발 </a:t>
            </a:r>
            <a:r>
              <a:rPr lang="en-US" altLang="ko-KR" sz="1200" dirty="0"/>
              <a:t>/ stg(proxy</a:t>
            </a:r>
            <a:r>
              <a:rPr lang="ko-KR" altLang="en-US" sz="1200" dirty="0"/>
              <a:t>용</a:t>
            </a:r>
            <a:r>
              <a:rPr lang="en-US" altLang="ko-KR" sz="1200" dirty="0"/>
              <a:t>) / </a:t>
            </a:r>
            <a:r>
              <a:rPr lang="en-US" altLang="ko-KR" sz="1200" dirty="0" err="1"/>
              <a:t>devcns</a:t>
            </a:r>
            <a:r>
              <a:rPr lang="en-US" altLang="ko-KR" sz="1200" dirty="0"/>
              <a:t>(</a:t>
            </a:r>
            <a:r>
              <a:rPr lang="ko-KR" altLang="en-US" sz="1200" dirty="0"/>
              <a:t>곽민서 책임</a:t>
            </a:r>
            <a:r>
              <a:rPr lang="en-US" altLang="ko-KR" sz="1200" dirty="0"/>
              <a:t>) 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중 특정 배포 용도의 </a:t>
            </a:r>
            <a:r>
              <a:rPr lang="en-US" altLang="ko-KR" sz="1200" dirty="0" err="1"/>
              <a:t>app.yaml</a:t>
            </a:r>
            <a:r>
              <a:rPr lang="en-US" altLang="ko-KR" sz="1200" dirty="0"/>
              <a:t> </a:t>
            </a:r>
            <a:r>
              <a:rPr lang="ko-KR" altLang="en-US" sz="1200" dirty="0"/>
              <a:t>파일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ACBAC3-1CE1-4844-BC8D-8C7253BF1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539" y="1695278"/>
            <a:ext cx="9134679" cy="513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4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0B5588-BC54-4BB4-9C3F-785C1DCB46EF}"/>
              </a:ext>
            </a:extLst>
          </p:cNvPr>
          <p:cNvSpPr txBox="1"/>
          <p:nvPr/>
        </p:nvSpPr>
        <p:spPr>
          <a:xfrm>
            <a:off x="83890" y="125835"/>
            <a:ext cx="119039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 방법 </a:t>
            </a:r>
            <a:endParaRPr lang="en-US" altLang="ko-KR" sz="1600" b="1" dirty="0"/>
          </a:p>
          <a:p>
            <a:endParaRPr lang="en-US" altLang="ko-KR" sz="1600" b="1" dirty="0"/>
          </a:p>
          <a:p>
            <a:endParaRPr lang="en-US" altLang="ko-KR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8DCDA-1ECD-4C56-9D4D-A6EEF4A8D0B9}"/>
              </a:ext>
            </a:extLst>
          </p:cNvPr>
          <p:cNvSpPr txBox="1"/>
          <p:nvPr/>
        </p:nvSpPr>
        <p:spPr>
          <a:xfrm>
            <a:off x="218114" y="830510"/>
            <a:ext cx="1188999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4. Run/Debug Configuration </a:t>
            </a:r>
            <a:r>
              <a:rPr lang="ko-KR" altLang="en-US" sz="1200" dirty="0"/>
              <a:t>설정창에 들어가 각 서버마다 </a:t>
            </a:r>
            <a:r>
              <a:rPr lang="en-US" altLang="ko-KR" sz="1200" dirty="0"/>
              <a:t>google app engine deployment </a:t>
            </a:r>
            <a:r>
              <a:rPr lang="ko-KR" altLang="en-US" sz="1200" dirty="0"/>
              <a:t>추가해주기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FB5ECC-1D89-441E-BBF5-D359787F8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614" y="1173032"/>
            <a:ext cx="9889092" cy="556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3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0B5588-BC54-4BB4-9C3F-785C1DCB46EF}"/>
              </a:ext>
            </a:extLst>
          </p:cNvPr>
          <p:cNvSpPr txBox="1"/>
          <p:nvPr/>
        </p:nvSpPr>
        <p:spPr>
          <a:xfrm>
            <a:off x="83890" y="125835"/>
            <a:ext cx="119039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 방법 </a:t>
            </a:r>
            <a:endParaRPr lang="en-US" altLang="ko-KR" sz="1600" b="1" dirty="0"/>
          </a:p>
          <a:p>
            <a:endParaRPr lang="en-US" altLang="ko-KR" sz="1600" b="1" dirty="0"/>
          </a:p>
          <a:p>
            <a:endParaRPr lang="en-US" altLang="ko-KR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8DCDA-1ECD-4C56-9D4D-A6EEF4A8D0B9}"/>
              </a:ext>
            </a:extLst>
          </p:cNvPr>
          <p:cNvSpPr txBox="1"/>
          <p:nvPr/>
        </p:nvSpPr>
        <p:spPr>
          <a:xfrm>
            <a:off x="218114" y="830510"/>
            <a:ext cx="4731391" cy="3380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5. Run/Debug Configuration </a:t>
            </a:r>
            <a:r>
              <a:rPr lang="ko-KR" altLang="en-US" sz="1200" dirty="0"/>
              <a:t>설정창에 들어가 각 서버마다 </a:t>
            </a:r>
            <a:r>
              <a:rPr lang="en-US" altLang="ko-KR" sz="1200" dirty="0"/>
              <a:t>google app engine deployment </a:t>
            </a:r>
            <a:r>
              <a:rPr lang="ko-KR" altLang="en-US" sz="1200" dirty="0"/>
              <a:t>추가해주기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server : </a:t>
            </a:r>
            <a:r>
              <a:rPr lang="ko-KR" altLang="en-US" sz="1200" dirty="0"/>
              <a:t>이전에 모듈로 설정한 </a:t>
            </a:r>
            <a:r>
              <a:rPr lang="en-US" altLang="ko-KR" sz="1200" dirty="0"/>
              <a:t>google app engine </a:t>
            </a:r>
            <a:r>
              <a:rPr lang="ko-KR" altLang="en-US" sz="1200" dirty="0"/>
              <a:t>넣기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deployment : </a:t>
            </a:r>
            <a:r>
              <a:rPr lang="ko-KR" altLang="en-US" sz="1200" dirty="0"/>
              <a:t>배포하려는 모듈의 </a:t>
            </a:r>
            <a:r>
              <a:rPr lang="en-US" altLang="ko-KR" sz="1200" dirty="0"/>
              <a:t>war</a:t>
            </a:r>
            <a:r>
              <a:rPr lang="ko-KR" altLang="en-US" sz="1200" dirty="0"/>
              <a:t> 파일 넣기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project : </a:t>
            </a:r>
            <a:r>
              <a:rPr lang="ko-KR" altLang="en-US" sz="1200" dirty="0"/>
              <a:t>어떤 </a:t>
            </a:r>
            <a:r>
              <a:rPr lang="en-US" altLang="ko-KR" sz="1200" dirty="0" err="1"/>
              <a:t>gcp</a:t>
            </a:r>
            <a:r>
              <a:rPr lang="en-US" altLang="ko-KR" sz="1200" dirty="0"/>
              <a:t> </a:t>
            </a:r>
            <a:r>
              <a:rPr lang="ko-KR" altLang="en-US" sz="1200" dirty="0"/>
              <a:t>프로젝트에 배포할 것인지 결정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region : </a:t>
            </a:r>
            <a:r>
              <a:rPr lang="en-US" altLang="ko-KR" sz="1200" dirty="0" err="1"/>
              <a:t>gcp</a:t>
            </a:r>
            <a:r>
              <a:rPr lang="ko-KR" altLang="en-US" sz="1200" dirty="0"/>
              <a:t>의 </a:t>
            </a:r>
            <a:r>
              <a:rPr lang="ko-KR" altLang="en-US" sz="1200" dirty="0" err="1"/>
              <a:t>리전</a:t>
            </a:r>
            <a:r>
              <a:rPr lang="ko-KR" altLang="en-US" sz="1200" dirty="0"/>
              <a:t> 설정</a:t>
            </a:r>
            <a:r>
              <a:rPr lang="en-US" altLang="ko-KR" sz="1200" dirty="0"/>
              <a:t>, </a:t>
            </a:r>
            <a:r>
              <a:rPr lang="ko-KR" altLang="en-US" sz="1200" dirty="0"/>
              <a:t>우리는 </a:t>
            </a:r>
            <a:r>
              <a:rPr lang="en-US" altLang="ko-KR" sz="1200" dirty="0"/>
              <a:t>us-central</a:t>
            </a:r>
            <a:r>
              <a:rPr lang="ko-KR" altLang="en-US" sz="1200" dirty="0"/>
              <a:t>로 설정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version : app engine</a:t>
            </a:r>
            <a:r>
              <a:rPr lang="ko-KR" altLang="en-US" sz="1200" dirty="0"/>
              <a:t>에 표시될 </a:t>
            </a:r>
            <a:r>
              <a:rPr lang="en-US" altLang="ko-KR" sz="1200" dirty="0"/>
              <a:t>traffic </a:t>
            </a:r>
            <a:r>
              <a:rPr lang="ko-KR" altLang="en-US" sz="1200" dirty="0"/>
              <a:t>버전 이름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 version</a:t>
            </a:r>
            <a:r>
              <a:rPr lang="ko-KR" altLang="en-US" sz="1200" dirty="0"/>
              <a:t> 아래의 </a:t>
            </a:r>
            <a:r>
              <a:rPr lang="en-US" altLang="ko-KR" sz="1200" dirty="0"/>
              <a:t>2</a:t>
            </a:r>
            <a:r>
              <a:rPr lang="ko-KR" altLang="en-US" sz="1200" dirty="0"/>
              <a:t>개의 체크박스를 활성화하면 이전에 배포한        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 traffic</a:t>
            </a:r>
            <a:r>
              <a:rPr lang="ko-KR" altLang="en-US" sz="1200" dirty="0"/>
              <a:t>은 모두 꺼지고 새로운 배포한 버전만 서버에 활성화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</a:t>
            </a:r>
            <a:r>
              <a:rPr lang="en-US" altLang="ko-KR" sz="1200" dirty="0" err="1"/>
              <a:t>app.yml</a:t>
            </a:r>
            <a:r>
              <a:rPr lang="en-US" altLang="ko-KR" sz="1200" dirty="0"/>
              <a:t> : </a:t>
            </a:r>
            <a:r>
              <a:rPr lang="ko-KR" altLang="en-US" sz="1200" dirty="0"/>
              <a:t>배포하려는 프로젝트의 배포 용도에 해당하는 </a:t>
            </a:r>
            <a:r>
              <a:rPr lang="en-US" altLang="ko-KR" sz="1200" dirty="0" err="1"/>
              <a:t>yml</a:t>
            </a:r>
            <a:r>
              <a:rPr lang="en-US" altLang="ko-KR" sz="1200" dirty="0"/>
              <a:t> </a:t>
            </a:r>
            <a:r>
              <a:rPr lang="ko-KR" altLang="en-US" sz="1200" dirty="0"/>
              <a:t>설정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before launch : </a:t>
            </a:r>
            <a:r>
              <a:rPr lang="ko-KR" altLang="en-US" sz="1200" dirty="0"/>
              <a:t>배포하기 전 실행할 명령어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59F2F5-F75D-482F-A9F4-915E7A3F2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749" y="0"/>
            <a:ext cx="7158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4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0B5588-BC54-4BB4-9C3F-785C1DCB46EF}"/>
              </a:ext>
            </a:extLst>
          </p:cNvPr>
          <p:cNvSpPr txBox="1"/>
          <p:nvPr/>
        </p:nvSpPr>
        <p:spPr>
          <a:xfrm>
            <a:off x="83890" y="125835"/>
            <a:ext cx="119039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 방법 </a:t>
            </a:r>
            <a:endParaRPr lang="en-US" altLang="ko-KR" sz="1600" b="1" dirty="0"/>
          </a:p>
          <a:p>
            <a:endParaRPr lang="en-US" altLang="ko-KR" sz="1600" b="1" dirty="0"/>
          </a:p>
          <a:p>
            <a:endParaRPr lang="en-US" altLang="ko-KR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8DCDA-1ECD-4C56-9D4D-A6EEF4A8D0B9}"/>
              </a:ext>
            </a:extLst>
          </p:cNvPr>
          <p:cNvSpPr txBox="1"/>
          <p:nvPr/>
        </p:nvSpPr>
        <p:spPr>
          <a:xfrm>
            <a:off x="218114" y="830510"/>
            <a:ext cx="1188999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6. Run configuration</a:t>
            </a:r>
            <a:r>
              <a:rPr lang="ko-KR" altLang="en-US" sz="1200" dirty="0"/>
              <a:t>을</a:t>
            </a:r>
            <a:r>
              <a:rPr lang="en-US" altLang="ko-KR" sz="1200" dirty="0"/>
              <a:t> google app engine</a:t>
            </a:r>
            <a:r>
              <a:rPr lang="ko-KR" altLang="en-US" sz="1200" dirty="0"/>
              <a:t>으로 바꿔주고 실행버튼 </a:t>
            </a:r>
            <a:r>
              <a:rPr lang="ko-KR" altLang="en-US" sz="1200" dirty="0" err="1"/>
              <a:t>눌러주기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335562-65FD-40A3-9B5C-182090D5B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740" y="2273311"/>
            <a:ext cx="6133792" cy="80544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4F97267-569F-48B8-9061-0D18D23C4236}"/>
              </a:ext>
            </a:extLst>
          </p:cNvPr>
          <p:cNvSpPr/>
          <p:nvPr/>
        </p:nvSpPr>
        <p:spPr>
          <a:xfrm>
            <a:off x="7021585" y="2273311"/>
            <a:ext cx="875947" cy="8054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08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704B1-85C0-4DCC-A7FD-ECBC052325DC}"/>
              </a:ext>
            </a:extLst>
          </p:cNvPr>
          <p:cNvSpPr txBox="1"/>
          <p:nvPr/>
        </p:nvSpPr>
        <p:spPr>
          <a:xfrm>
            <a:off x="134224" y="125835"/>
            <a:ext cx="119039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b="1" dirty="0"/>
              <a:t>2. Dataflow server</a:t>
            </a:r>
          </a:p>
          <a:p>
            <a:endParaRPr lang="en-US" altLang="ko-KR" sz="1400" dirty="0"/>
          </a:p>
          <a:p>
            <a:r>
              <a:rPr lang="en-US" altLang="ko-KR" sz="1400" dirty="0"/>
              <a:t>Service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내린다음</a:t>
            </a:r>
            <a:r>
              <a:rPr lang="ko-KR" altLang="en-US" sz="1400" dirty="0"/>
              <a:t> 배포하기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올라간 상태에서 새로운 </a:t>
            </a:r>
            <a:r>
              <a:rPr lang="en-US" altLang="ko-KR" sz="1400" dirty="0"/>
              <a:t>dataflow </a:t>
            </a:r>
            <a:r>
              <a:rPr lang="ko-KR" altLang="en-US" sz="1400" dirty="0"/>
              <a:t>서버를 올린다면 로그가 중복으로 쌓이고</a:t>
            </a:r>
            <a:r>
              <a:rPr lang="en-US" altLang="ko-KR" sz="1400" dirty="0"/>
              <a:t>, </a:t>
            </a:r>
            <a:r>
              <a:rPr lang="ko-KR" altLang="en-US" sz="1400" dirty="0"/>
              <a:t>서버를 끄고 올리면 로그가 유실되는 문제가 있기 때문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Dataflow </a:t>
            </a:r>
            <a:r>
              <a:rPr lang="ko-KR" altLang="en-US" sz="1400" dirty="0"/>
              <a:t>코드 중 </a:t>
            </a:r>
            <a:r>
              <a:rPr lang="en-US" altLang="ko-KR" sz="1400" dirty="0" err="1"/>
              <a:t>CloudLogger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 :  </a:t>
            </a:r>
            <a:r>
              <a:rPr lang="ko-KR" altLang="en-US" sz="1400" dirty="0"/>
              <a:t>클라우드 사이드 로그를 보낸다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r>
              <a:rPr lang="en-US" altLang="ko-KR" sz="1400" dirty="0"/>
              <a:t>- Proxy</a:t>
            </a:r>
            <a:r>
              <a:rPr lang="ko-KR" altLang="en-US" sz="1400" dirty="0"/>
              <a:t>와 </a:t>
            </a:r>
            <a:r>
              <a:rPr lang="en-US" altLang="ko-KR" sz="1400" dirty="0"/>
              <a:t>fulfillment</a:t>
            </a:r>
            <a:r>
              <a:rPr lang="ko-KR" altLang="en-US" sz="1400" dirty="0"/>
              <a:t>는 각 달마다 테이블을 만들어서 데이터를 넣고 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달마다 나눠서 데이터를 사용하는 경우는 없다</a:t>
            </a:r>
            <a:r>
              <a:rPr lang="en-US" altLang="ko-KR" sz="1400" dirty="0"/>
              <a:t>. </a:t>
            </a:r>
            <a:r>
              <a:rPr lang="ko-KR" altLang="en-US" sz="1400" dirty="0"/>
              <a:t>설계단계에서 필요할 것 같아 나눠서 구현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로그 데이터 삽입 시</a:t>
            </a:r>
            <a:r>
              <a:rPr lang="en-US" altLang="ko-KR" sz="1400" dirty="0"/>
              <a:t>, </a:t>
            </a:r>
            <a:r>
              <a:rPr lang="ko-KR" altLang="en-US" sz="1400" dirty="0"/>
              <a:t>로그의 달에 대한 테이블이 없다면 자동으로 테이블을 생성해서 데이터를 넣음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로컬에서 기동 시 로그가 중복으로 쌓임 개발서버의 로그 </a:t>
            </a:r>
            <a:r>
              <a:rPr lang="en-US" altLang="ko-KR" sz="1400" dirty="0"/>
              <a:t>&amp; </a:t>
            </a:r>
            <a:r>
              <a:rPr lang="ko-KR" altLang="en-US" sz="1400" dirty="0"/>
              <a:t>로컬의 로그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62431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704B1-85C0-4DCC-A7FD-ECBC052325DC}"/>
              </a:ext>
            </a:extLst>
          </p:cNvPr>
          <p:cNvSpPr txBox="1"/>
          <p:nvPr/>
        </p:nvSpPr>
        <p:spPr>
          <a:xfrm>
            <a:off x="134224" y="125835"/>
            <a:ext cx="11903978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400" dirty="0"/>
          </a:p>
          <a:p>
            <a:r>
              <a:rPr lang="en-US" altLang="ko-KR" sz="1400" b="1" dirty="0" err="1"/>
              <a:t>Gcp</a:t>
            </a:r>
            <a:r>
              <a:rPr lang="en-US" altLang="ko-KR" sz="1400" b="1" dirty="0"/>
              <a:t> - logging - log router</a:t>
            </a:r>
            <a:r>
              <a:rPr lang="ko-KR" altLang="en-US" sz="1400" dirty="0"/>
              <a:t>의 싱크 만들기를 통해 로그 수집기 생성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- </a:t>
            </a:r>
            <a:r>
              <a:rPr lang="en-US" altLang="ko-KR" sz="1400" dirty="0"/>
              <a:t>Choose logs to include in sink : </a:t>
            </a:r>
            <a:r>
              <a:rPr lang="ko-KR" altLang="en-US" sz="1400" dirty="0"/>
              <a:t>어떤 로그를 보낼 것인가</a:t>
            </a:r>
            <a:r>
              <a:rPr lang="en-US" altLang="ko-KR" sz="1400" dirty="0"/>
              <a:t>.  </a:t>
            </a:r>
            <a:r>
              <a:rPr lang="ko-KR" altLang="en-US" sz="1400" dirty="0"/>
              <a:t>이곳에서 어떤 데이터를 받을지 결정하는 형태 </a:t>
            </a:r>
            <a:r>
              <a:rPr lang="en-US" altLang="ko-KR" sz="1400" dirty="0"/>
              <a:t>-&gt; </a:t>
            </a:r>
            <a:r>
              <a:rPr lang="ko-KR" altLang="en-US" sz="1400" b="1" dirty="0"/>
              <a:t>주로 이곳을 수정 </a:t>
            </a:r>
            <a:endParaRPr lang="en-US" altLang="ko-KR" sz="1400" b="1" dirty="0"/>
          </a:p>
          <a:p>
            <a:endParaRPr lang="en-US" altLang="ko-KR" sz="1400" dirty="0"/>
          </a:p>
          <a:p>
            <a:r>
              <a:rPr lang="en-US" altLang="ko-KR" sz="1400" dirty="0"/>
              <a:t>- Sink destination : pub/sub </a:t>
            </a:r>
            <a:r>
              <a:rPr lang="ko-KR" altLang="en-US" sz="1400" dirty="0"/>
              <a:t>설정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로그의 목적은 단순히 개발자 </a:t>
            </a:r>
            <a:r>
              <a:rPr lang="en-US" altLang="ko-KR" sz="1400" dirty="0"/>
              <a:t>/ </a:t>
            </a:r>
            <a:r>
              <a:rPr lang="ko-KR" altLang="en-US" sz="1400" dirty="0"/>
              <a:t>관리자들이 로그를 가지고 데이터를 분석하기 위한 용도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 RDB</a:t>
            </a:r>
            <a:r>
              <a:rPr lang="ko-KR" altLang="en-US" sz="1400" dirty="0"/>
              <a:t>에 넣지 않은 이유는 데이터를 로그가 무제한적으로 쌓이게 되는데 속도측면에서 더 빠른 </a:t>
            </a:r>
            <a:r>
              <a:rPr lang="en-US" altLang="ko-KR" sz="1400" dirty="0"/>
              <a:t>NoSQL</a:t>
            </a:r>
            <a:r>
              <a:rPr lang="ko-KR" altLang="en-US" sz="1400" dirty="0"/>
              <a:t>인 </a:t>
            </a:r>
            <a:r>
              <a:rPr lang="en-US" altLang="ko-KR" sz="1400" dirty="0" err="1"/>
              <a:t>BigQuery</a:t>
            </a:r>
            <a:r>
              <a:rPr lang="ko-KR" altLang="en-US" sz="1400" dirty="0"/>
              <a:t>를 사용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Pub/sub - topic </a:t>
            </a:r>
          </a:p>
          <a:p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들어온 로그 중 특정 로그에 대해서 이벤트를 발생시킴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이벤트를 구독하면 해당 이벤트를 구독중인 </a:t>
            </a:r>
            <a:r>
              <a:rPr lang="en-US" altLang="ko-KR" sz="1400" dirty="0"/>
              <a:t>dataflow</a:t>
            </a:r>
            <a:r>
              <a:rPr lang="ko-KR" altLang="en-US" sz="1400" dirty="0"/>
              <a:t>에서 파이프라인으로 처리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en-US" altLang="ko-KR" sz="1400" dirty="0"/>
              <a:t>- Dataflow</a:t>
            </a:r>
            <a:r>
              <a:rPr lang="ko-KR" altLang="en-US" sz="1400" dirty="0"/>
              <a:t>의 파이프라인은 </a:t>
            </a:r>
            <a:r>
              <a:rPr lang="en-US" altLang="ko-KR" sz="1400" dirty="0"/>
              <a:t>input </a:t>
            </a:r>
            <a:r>
              <a:rPr lang="ko-KR" altLang="en-US" sz="1400" dirty="0"/>
              <a:t>값과 </a:t>
            </a:r>
            <a:r>
              <a:rPr lang="en-US" altLang="ko-KR" sz="1400" dirty="0"/>
              <a:t>project</a:t>
            </a:r>
            <a:r>
              <a:rPr lang="ko-KR" altLang="en-US" sz="1400" dirty="0"/>
              <a:t>만 잘 확인하면 괜찮다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Dataflow </a:t>
            </a:r>
            <a:r>
              <a:rPr lang="ko-KR" altLang="en-US" sz="1400" dirty="0"/>
              <a:t>작성 방법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r>
              <a:rPr lang="en-US" altLang="ko-KR" sz="1400" dirty="0"/>
              <a:t>1. Readme </a:t>
            </a:r>
            <a:r>
              <a:rPr lang="ko-KR" altLang="en-US" sz="1400" dirty="0"/>
              <a:t>파일의 </a:t>
            </a:r>
            <a:r>
              <a:rPr lang="en-US" altLang="ko-KR" sz="1400" dirty="0"/>
              <a:t>upload template </a:t>
            </a:r>
            <a:r>
              <a:rPr lang="ko-KR" altLang="en-US" sz="1400" dirty="0"/>
              <a:t>명령어를 통해 </a:t>
            </a:r>
            <a:r>
              <a:rPr lang="en-US" altLang="ko-KR" sz="1400" dirty="0" err="1"/>
              <a:t>gcp</a:t>
            </a:r>
            <a:r>
              <a:rPr lang="ko-KR" altLang="en-US" sz="1400" dirty="0"/>
              <a:t>에 </a:t>
            </a:r>
            <a:r>
              <a:rPr lang="en-US" altLang="ko-KR" sz="1400" dirty="0"/>
              <a:t>template </a:t>
            </a:r>
            <a:r>
              <a:rPr lang="ko-KR" altLang="en-US" sz="1400" dirty="0"/>
              <a:t>올리기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템플릿에서 작업 만들기 버튼을 눌러 아까 업로드한 </a:t>
            </a:r>
            <a:r>
              <a:rPr lang="en-US" altLang="ko-KR" sz="1400" dirty="0"/>
              <a:t>template </a:t>
            </a:r>
            <a:r>
              <a:rPr lang="ko-KR" altLang="en-US" sz="1400" dirty="0"/>
              <a:t>올리기 </a:t>
            </a:r>
            <a:endParaRPr lang="en-US" altLang="ko-KR" sz="1400" dirty="0"/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002259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704B1-85C0-4DCC-A7FD-ECBC052325DC}"/>
              </a:ext>
            </a:extLst>
          </p:cNvPr>
          <p:cNvSpPr txBox="1"/>
          <p:nvPr/>
        </p:nvSpPr>
        <p:spPr>
          <a:xfrm>
            <a:off x="134224" y="125835"/>
            <a:ext cx="11903978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400" dirty="0"/>
          </a:p>
          <a:p>
            <a:r>
              <a:rPr lang="ko-KR" altLang="en-US" sz="1400" dirty="0"/>
              <a:t>채팅로그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대쉬보드</a:t>
            </a:r>
            <a:r>
              <a:rPr lang="ko-KR" altLang="en-US" sz="1400" dirty="0"/>
              <a:t> 로그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qa</a:t>
            </a:r>
            <a:r>
              <a:rPr lang="ko-KR" altLang="en-US" sz="1400" dirty="0"/>
              <a:t>에서 지난 로그를 가지고 추가 처리를 위한 특정 작업 수행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 err="1"/>
              <a:t>대쉬보드</a:t>
            </a:r>
            <a:r>
              <a:rPr lang="ko-KR" altLang="en-US" sz="1400" dirty="0"/>
              <a:t> 로그에는 독일 </a:t>
            </a:r>
            <a:r>
              <a:rPr lang="en-US" altLang="ko-KR" sz="1400" dirty="0"/>
              <a:t>&amp; </a:t>
            </a:r>
            <a:r>
              <a:rPr lang="ko-KR" altLang="en-US" sz="1400" dirty="0"/>
              <a:t>인도법인만 새로운 법인 대부분은 </a:t>
            </a:r>
            <a:r>
              <a:rPr lang="en-US" altLang="ko-KR" sz="1400" dirty="0"/>
              <a:t>new </a:t>
            </a:r>
            <a:r>
              <a:rPr lang="ko-KR" altLang="en-US" sz="1400" dirty="0" err="1"/>
              <a:t>대쉬보드</a:t>
            </a:r>
            <a:r>
              <a:rPr lang="ko-KR" altLang="en-US" sz="1400" dirty="0"/>
              <a:t> 로그에 쌓임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 err="1"/>
              <a:t>마켓팅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대쉬보드</a:t>
            </a:r>
            <a:r>
              <a:rPr lang="ko-KR" altLang="en-US" sz="1400" dirty="0"/>
              <a:t> 로그를 이용하는 것은 독일법인 뿐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 err="1"/>
              <a:t>대쉬보드의</a:t>
            </a:r>
            <a:r>
              <a:rPr lang="ko-KR" altLang="en-US" sz="1400" dirty="0"/>
              <a:t> 차트마다 업데이트 시간이 다르기 때문에 클라이언트에는 전날의 데이터 위주로 보도록 </a:t>
            </a:r>
            <a:r>
              <a:rPr lang="ko-KR" altLang="en-US" sz="1400" dirty="0" err="1"/>
              <a:t>권유중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데이트소스 권한이 문서 소유자와 다르게 동작한다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대쉬보드는</a:t>
            </a:r>
            <a:r>
              <a:rPr lang="ko-KR" altLang="en-US" sz="1400" dirty="0"/>
              <a:t> </a:t>
            </a:r>
            <a:r>
              <a:rPr lang="en-US" altLang="ko-KR" sz="1400" dirty="0" err="1"/>
              <a:t>gcp</a:t>
            </a:r>
            <a:r>
              <a:rPr lang="en-US" altLang="ko-KR" sz="1400" dirty="0"/>
              <a:t> </a:t>
            </a:r>
            <a:r>
              <a:rPr lang="ko-KR" altLang="en-US" sz="1400" dirty="0"/>
              <a:t>하위 서비스가 아닌다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대쉬보드</a:t>
            </a:r>
            <a:r>
              <a:rPr lang="ko-KR" altLang="en-US" sz="1400" dirty="0"/>
              <a:t> 오류 발견 시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대쉬보드에서</a:t>
            </a:r>
            <a:r>
              <a:rPr lang="ko-KR" altLang="en-US" sz="1400" dirty="0"/>
              <a:t> 차트가 어떤 데이터소스로부터 나오는 건지 찾아보고 </a:t>
            </a:r>
            <a:r>
              <a:rPr lang="en-US" altLang="ko-KR" sz="1400" dirty="0" err="1"/>
              <a:t>bigquery</a:t>
            </a:r>
            <a:r>
              <a:rPr lang="ko-KR" altLang="en-US" sz="1400" dirty="0"/>
              <a:t>의 요소에 대해서 </a:t>
            </a:r>
            <a:r>
              <a:rPr lang="en-US" altLang="ko-KR" sz="1400" dirty="0" err="1"/>
              <a:t>sql</a:t>
            </a:r>
            <a:r>
              <a:rPr lang="ko-KR" altLang="en-US" sz="1400" dirty="0"/>
              <a:t>을 수정하면 된다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r>
              <a:rPr lang="ko-KR" altLang="en-US" sz="1400" dirty="0"/>
              <a:t>별도의 배포과정 없이 즉시 적용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2000" b="1" dirty="0" err="1"/>
              <a:t>Gsfs</a:t>
            </a:r>
            <a:r>
              <a:rPr lang="en-US" altLang="ko-KR" sz="2000" b="1" dirty="0"/>
              <a:t>  </a:t>
            </a:r>
            <a:r>
              <a:rPr lang="ko-KR" altLang="en-US" sz="2000" b="1" dirty="0"/>
              <a:t>관련</a:t>
            </a:r>
            <a:endParaRPr lang="en-US" altLang="ko-KR" sz="1400" b="1" dirty="0"/>
          </a:p>
          <a:p>
            <a:endParaRPr lang="en-US" altLang="ko-KR" sz="1400" dirty="0"/>
          </a:p>
          <a:p>
            <a:r>
              <a:rPr lang="en-US" altLang="ko-KR" sz="1400" dirty="0"/>
              <a:t>App engine - </a:t>
            </a:r>
            <a:r>
              <a:rPr lang="en-US" altLang="ko-KR" sz="1400" dirty="0" err="1"/>
              <a:t>vm</a:t>
            </a:r>
            <a:r>
              <a:rPr lang="en-US" altLang="ko-KR" sz="1400" dirty="0"/>
              <a:t> instance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Gsfs</a:t>
            </a:r>
            <a:r>
              <a:rPr lang="en-US" altLang="ko-KR" sz="1400" dirty="0"/>
              <a:t> </a:t>
            </a:r>
            <a:r>
              <a:rPr lang="ko-KR" altLang="en-US" sz="1400" dirty="0"/>
              <a:t>게이트웨이가 있는 이유 </a:t>
            </a:r>
            <a:r>
              <a:rPr lang="en-US" altLang="ko-KR" sz="1400" dirty="0"/>
              <a:t>: app engine</a:t>
            </a:r>
            <a:r>
              <a:rPr lang="ko-KR" altLang="en-US" sz="1400" dirty="0"/>
              <a:t>을 내렸다 올리면 </a:t>
            </a:r>
            <a:r>
              <a:rPr lang="en-US" altLang="ko-KR" sz="1400" dirty="0" err="1"/>
              <a:t>ip</a:t>
            </a:r>
            <a:r>
              <a:rPr lang="ko-KR" altLang="en-US" sz="1400" dirty="0"/>
              <a:t>가</a:t>
            </a:r>
            <a:r>
              <a:rPr lang="en-US" altLang="ko-KR" sz="1400" dirty="0"/>
              <a:t>s</a:t>
            </a:r>
            <a:r>
              <a:rPr lang="ko-KR" altLang="en-US" sz="1400" dirty="0"/>
              <a:t> 변경되는데 고정된 </a:t>
            </a:r>
            <a:r>
              <a:rPr lang="en-US" altLang="ko-KR" sz="1400" dirty="0" err="1"/>
              <a:t>ip</a:t>
            </a:r>
            <a:r>
              <a:rPr lang="ko-KR" altLang="en-US" sz="1400" dirty="0"/>
              <a:t>를 사용해야 하기</a:t>
            </a:r>
            <a:r>
              <a:rPr lang="en-US" altLang="ko-KR" sz="1400" dirty="0"/>
              <a:t> </a:t>
            </a:r>
            <a:r>
              <a:rPr lang="ko-KR" altLang="en-US" sz="1400" dirty="0"/>
              <a:t>때문에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gateway</a:t>
            </a:r>
            <a:r>
              <a:rPr lang="ko-KR" altLang="en-US" sz="1400" dirty="0"/>
              <a:t>를 만들어 고정된 </a:t>
            </a:r>
            <a:r>
              <a:rPr lang="en-US" altLang="ko-KR" sz="1400" dirty="0" err="1"/>
              <a:t>ip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할당받고</a:t>
            </a:r>
            <a:r>
              <a:rPr lang="ko-KR" altLang="en-US" sz="1400" dirty="0"/>
              <a:t> </a:t>
            </a:r>
            <a:r>
              <a:rPr lang="en-US" altLang="ko-KR" sz="1400" dirty="0" err="1"/>
              <a:t>gsfs</a:t>
            </a:r>
            <a:r>
              <a:rPr lang="en-US" altLang="ko-KR" sz="1400" dirty="0"/>
              <a:t> </a:t>
            </a:r>
            <a:r>
              <a:rPr lang="en-US" altLang="ko-KR" sz="1400" dirty="0" err="1"/>
              <a:t>api</a:t>
            </a:r>
            <a:r>
              <a:rPr lang="ko-KR" altLang="en-US" sz="1400" dirty="0"/>
              <a:t>를 사용하는 어플리케이션에서 해당 </a:t>
            </a:r>
            <a:r>
              <a:rPr lang="en-US" altLang="ko-KR" sz="1400" dirty="0"/>
              <a:t>gateway</a:t>
            </a:r>
            <a:r>
              <a:rPr lang="ko-KR" altLang="en-US" sz="1400" dirty="0"/>
              <a:t>를 거처 </a:t>
            </a:r>
            <a:r>
              <a:rPr lang="en-US" altLang="ko-KR" sz="1400" dirty="0" err="1"/>
              <a:t>gsfs</a:t>
            </a:r>
            <a:r>
              <a:rPr lang="ko-KR" altLang="en-US" sz="1400" dirty="0"/>
              <a:t>와 통신하도록 함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 err="1"/>
              <a:t>Vpc</a:t>
            </a:r>
            <a:r>
              <a:rPr lang="en-US" altLang="ko-KR" sz="1400" dirty="0"/>
              <a:t> network-</a:t>
            </a:r>
            <a:r>
              <a:rPr lang="ko-KR" altLang="en-US" sz="1400" dirty="0"/>
              <a:t>방화벽의 </a:t>
            </a:r>
            <a:r>
              <a:rPr lang="en-US" altLang="ko-KR" sz="1400" dirty="0"/>
              <a:t>tag</a:t>
            </a:r>
            <a:r>
              <a:rPr lang="ko-KR" altLang="en-US" sz="1400" dirty="0"/>
              <a:t>를 활용해 </a:t>
            </a:r>
            <a:r>
              <a:rPr lang="ko-KR" altLang="en-US" sz="1400"/>
              <a:t>권한 부여 가능</a:t>
            </a:r>
            <a:endParaRPr lang="en-US" altLang="ko-KR" sz="1400" dirty="0"/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780878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704B1-85C0-4DCC-A7FD-ECBC052325DC}"/>
              </a:ext>
            </a:extLst>
          </p:cNvPr>
          <p:cNvSpPr txBox="1"/>
          <p:nvPr/>
        </p:nvSpPr>
        <p:spPr>
          <a:xfrm>
            <a:off x="134224" y="125835"/>
            <a:ext cx="11903978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b="1" dirty="0"/>
              <a:t>3. proxy </a:t>
            </a:r>
            <a:r>
              <a:rPr lang="ko-KR" altLang="en-US" b="1" dirty="0"/>
              <a:t>서버의 </a:t>
            </a:r>
            <a:r>
              <a:rPr lang="en-US" altLang="ko-KR" b="1" dirty="0"/>
              <a:t>stg </a:t>
            </a:r>
            <a:r>
              <a:rPr lang="ko-KR" altLang="en-US" b="1" dirty="0"/>
              <a:t>배포</a:t>
            </a:r>
            <a:endParaRPr lang="en-US" altLang="ko-KR" b="1" dirty="0"/>
          </a:p>
          <a:p>
            <a:endParaRPr lang="en-US" altLang="ko-KR" sz="1400" dirty="0"/>
          </a:p>
          <a:p>
            <a:r>
              <a:rPr lang="en-US" altLang="ko-KR" sz="1400" dirty="0"/>
              <a:t>1) Develop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브랜치</a:t>
            </a:r>
            <a:r>
              <a:rPr lang="ko-KR" altLang="en-US" sz="1400" dirty="0"/>
              <a:t> </a:t>
            </a:r>
            <a:r>
              <a:rPr lang="en-US" altLang="ko-KR" sz="1400" dirty="0"/>
              <a:t>-&gt; master </a:t>
            </a:r>
            <a:r>
              <a:rPr lang="ko-KR" altLang="en-US" sz="1400" dirty="0" err="1"/>
              <a:t>브랜치로</a:t>
            </a:r>
            <a:r>
              <a:rPr lang="ko-KR" altLang="en-US" sz="1400" dirty="0"/>
              <a:t> 코드를 이관시키고 </a:t>
            </a:r>
            <a:r>
              <a:rPr lang="en-US" altLang="ko-KR" sz="1400" dirty="0"/>
              <a:t>master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브랜치에</a:t>
            </a:r>
            <a:r>
              <a:rPr lang="ko-KR" altLang="en-US" sz="1400" dirty="0"/>
              <a:t> 대해서 </a:t>
            </a:r>
            <a:r>
              <a:rPr lang="en-US" altLang="ko-KR" sz="1400" dirty="0"/>
              <a:t>stg</a:t>
            </a:r>
            <a:r>
              <a:rPr lang="ko-KR" altLang="en-US" sz="1400" dirty="0"/>
              <a:t>에 배포 시작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2) </a:t>
            </a:r>
            <a:r>
              <a:rPr lang="ko-KR" altLang="en-US" sz="1400" dirty="0"/>
              <a:t>깃 </a:t>
            </a:r>
            <a:r>
              <a:rPr lang="ko-KR" altLang="en-US" sz="1400" dirty="0" err="1"/>
              <a:t>커밋</a:t>
            </a:r>
            <a:r>
              <a:rPr lang="ko-KR" altLang="en-US" sz="1400" dirty="0"/>
              <a:t> 로그들을 보기 쉽도록 배포하려는 서버에 대해서만 체크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3) </a:t>
            </a:r>
            <a:r>
              <a:rPr lang="ko-KR" altLang="en-US" sz="1400" dirty="0"/>
              <a:t>배포가 </a:t>
            </a:r>
            <a:r>
              <a:rPr lang="ko-KR" altLang="en-US" sz="1400" dirty="0" err="1"/>
              <a:t>확정난</a:t>
            </a:r>
            <a:r>
              <a:rPr lang="ko-KR" altLang="en-US" sz="1400" dirty="0"/>
              <a:t> 기능들에 대한 </a:t>
            </a:r>
            <a:r>
              <a:rPr lang="ko-KR" altLang="en-US" sz="1400" dirty="0" err="1"/>
              <a:t>커밋들을</a:t>
            </a:r>
            <a:r>
              <a:rPr lang="ko-KR" altLang="en-US" sz="1400" dirty="0"/>
              <a:t> </a:t>
            </a:r>
            <a:r>
              <a:rPr lang="en-US" altLang="ko-KR" sz="1400" dirty="0"/>
              <a:t>cherry-pick</a:t>
            </a:r>
            <a:r>
              <a:rPr lang="ko-KR" altLang="en-US" sz="1400" dirty="0"/>
              <a:t> 해주기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113DA6-CE73-405E-8EB7-F2CA3DC71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10" y="2232338"/>
            <a:ext cx="11300180" cy="194451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DF254FD-AEEC-4EDA-8BD7-DB3F2D62282E}"/>
              </a:ext>
            </a:extLst>
          </p:cNvPr>
          <p:cNvSpPr/>
          <p:nvPr/>
        </p:nvSpPr>
        <p:spPr>
          <a:xfrm>
            <a:off x="6476301" y="3489820"/>
            <a:ext cx="654341" cy="125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76ED5B-9542-4169-A47A-1E09D48DC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10" y="4779949"/>
            <a:ext cx="11056690" cy="161703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8454DE5-B8C8-4B32-8B30-2E3AE5E9ED16}"/>
              </a:ext>
            </a:extLst>
          </p:cNvPr>
          <p:cNvSpPr/>
          <p:nvPr/>
        </p:nvSpPr>
        <p:spPr>
          <a:xfrm>
            <a:off x="7996107" y="5588466"/>
            <a:ext cx="1793845" cy="141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378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704B1-85C0-4DCC-A7FD-ECBC052325DC}"/>
              </a:ext>
            </a:extLst>
          </p:cNvPr>
          <p:cNvSpPr txBox="1"/>
          <p:nvPr/>
        </p:nvSpPr>
        <p:spPr>
          <a:xfrm>
            <a:off x="134224" y="125835"/>
            <a:ext cx="1190397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b="1" dirty="0"/>
              <a:t>3. proxy </a:t>
            </a:r>
            <a:r>
              <a:rPr lang="ko-KR" altLang="en-US" b="1" dirty="0"/>
              <a:t>서버의 </a:t>
            </a:r>
            <a:r>
              <a:rPr lang="en-US" altLang="ko-KR" b="1" dirty="0"/>
              <a:t>stg </a:t>
            </a:r>
            <a:r>
              <a:rPr lang="ko-KR" altLang="en-US" b="1" dirty="0"/>
              <a:t>배포</a:t>
            </a:r>
            <a:endParaRPr lang="en-US" altLang="ko-KR" b="1" dirty="0"/>
          </a:p>
          <a:p>
            <a:endParaRPr lang="en-US" altLang="ko-KR" sz="1400" dirty="0"/>
          </a:p>
          <a:p>
            <a:r>
              <a:rPr lang="en-US" altLang="ko-KR" sz="1400" dirty="0"/>
              <a:t>4) Google cloud </a:t>
            </a:r>
            <a:r>
              <a:rPr lang="en-US" altLang="ko-KR" sz="1400" dirty="0" err="1"/>
              <a:t>deploymen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yaml</a:t>
            </a:r>
            <a:r>
              <a:rPr lang="en-US" altLang="ko-KR" sz="1400" dirty="0"/>
              <a:t> </a:t>
            </a:r>
            <a:r>
              <a:rPr lang="ko-KR" altLang="en-US" sz="1400" dirty="0"/>
              <a:t>파일을 </a:t>
            </a:r>
            <a:r>
              <a:rPr lang="en-US" altLang="ko-KR" sz="1400" dirty="0"/>
              <a:t>stg</a:t>
            </a:r>
            <a:r>
              <a:rPr lang="ko-KR" altLang="en-US" sz="1400" dirty="0"/>
              <a:t>로 바꾸기</a:t>
            </a:r>
            <a:endParaRPr lang="en-US" altLang="ko-KR" sz="1400" dirty="0"/>
          </a:p>
          <a:p>
            <a:r>
              <a:rPr lang="en-US" altLang="ko-KR" sz="1400" dirty="0"/>
              <a:t>-&gt; </a:t>
            </a:r>
            <a:r>
              <a:rPr lang="ko-KR" altLang="en-US" sz="1400" dirty="0"/>
              <a:t>그럼 </a:t>
            </a:r>
            <a:r>
              <a:rPr lang="en-US" altLang="ko-KR" sz="1400" dirty="0"/>
              <a:t>edit/configuration</a:t>
            </a:r>
            <a:r>
              <a:rPr lang="ko-KR" altLang="en-US" sz="1400" dirty="0"/>
              <a:t>에서 </a:t>
            </a:r>
            <a:r>
              <a:rPr lang="en-US" altLang="ko-KR" sz="1400" dirty="0"/>
              <a:t>service</a:t>
            </a:r>
            <a:r>
              <a:rPr lang="ko-KR" altLang="en-US" sz="1400" dirty="0"/>
              <a:t>가 </a:t>
            </a:r>
            <a:r>
              <a:rPr lang="en-US" altLang="ko-KR" sz="1400" dirty="0"/>
              <a:t>stg</a:t>
            </a:r>
            <a:r>
              <a:rPr lang="ko-KR" altLang="en-US" sz="1400" dirty="0"/>
              <a:t>로 바뀌어 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그 후 </a:t>
            </a:r>
            <a:r>
              <a:rPr lang="en-US" altLang="ko-KR" sz="1400" dirty="0"/>
              <a:t>proxy / fulfillment </a:t>
            </a:r>
            <a:r>
              <a:rPr lang="ko-KR" altLang="en-US" sz="1400" dirty="0"/>
              <a:t>서버 배포와 동일하게 </a:t>
            </a:r>
            <a:r>
              <a:rPr lang="en-US" altLang="ko-KR" sz="1400" dirty="0"/>
              <a:t> </a:t>
            </a:r>
            <a:r>
              <a:rPr lang="ko-KR" altLang="en-US" sz="1400" dirty="0"/>
              <a:t>     클릭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FD9220-4577-417E-8D72-63B0711C3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310" y="125835"/>
            <a:ext cx="6405892" cy="47523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0B7A816-C813-4407-9D92-C880B692F99F}"/>
              </a:ext>
            </a:extLst>
          </p:cNvPr>
          <p:cNvSpPr/>
          <p:nvPr/>
        </p:nvSpPr>
        <p:spPr>
          <a:xfrm>
            <a:off x="7474590" y="2919369"/>
            <a:ext cx="3212983" cy="161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AF3F903-F4F3-45C9-AF2F-97E102E22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99" y="2408798"/>
            <a:ext cx="5792762" cy="424063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26D0A-84E8-43E7-B55D-C0B341699E8D}"/>
              </a:ext>
            </a:extLst>
          </p:cNvPr>
          <p:cNvSpPr/>
          <p:nvPr/>
        </p:nvSpPr>
        <p:spPr>
          <a:xfrm>
            <a:off x="2276714" y="3864730"/>
            <a:ext cx="189649" cy="170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086373F-DE42-4D2B-9F7C-189D601D24C5}"/>
              </a:ext>
            </a:extLst>
          </p:cNvPr>
          <p:cNvCxnSpPr>
            <a:cxnSpLocks/>
          </p:cNvCxnSpPr>
          <p:nvPr/>
        </p:nvCxnSpPr>
        <p:spPr>
          <a:xfrm flipH="1">
            <a:off x="2466363" y="1359017"/>
            <a:ext cx="5335398" cy="25754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실행 단추: 앞으로 또는 다음으로 이동 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F8A1BDD-34F4-4F3E-BC0A-B77230CE8BBC}"/>
              </a:ext>
            </a:extLst>
          </p:cNvPr>
          <p:cNvSpPr/>
          <p:nvPr/>
        </p:nvSpPr>
        <p:spPr>
          <a:xfrm>
            <a:off x="4043494" y="1971413"/>
            <a:ext cx="218113" cy="142612"/>
          </a:xfrm>
          <a:prstGeom prst="actionButtonForwardNex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824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704B1-85C0-4DCC-A7FD-ECBC052325DC}"/>
              </a:ext>
            </a:extLst>
          </p:cNvPr>
          <p:cNvSpPr txBox="1"/>
          <p:nvPr/>
        </p:nvSpPr>
        <p:spPr>
          <a:xfrm>
            <a:off x="134223" y="125835"/>
            <a:ext cx="633927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배포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b="1" dirty="0"/>
              <a:t>3. proxy </a:t>
            </a:r>
            <a:r>
              <a:rPr lang="ko-KR" altLang="en-US" b="1" dirty="0"/>
              <a:t>서버의 </a:t>
            </a:r>
            <a:r>
              <a:rPr lang="en-US" altLang="ko-KR" b="1" dirty="0"/>
              <a:t>stg </a:t>
            </a:r>
            <a:r>
              <a:rPr lang="ko-KR" altLang="en-US" b="1" dirty="0"/>
              <a:t>배포</a:t>
            </a:r>
            <a:endParaRPr lang="en-US" altLang="ko-KR" b="1" dirty="0"/>
          </a:p>
          <a:p>
            <a:endParaRPr lang="en-US" altLang="ko-KR" sz="1400" dirty="0"/>
          </a:p>
          <a:p>
            <a:r>
              <a:rPr lang="en-US" altLang="ko-KR" sz="1400" dirty="0"/>
              <a:t>5) </a:t>
            </a:r>
            <a:r>
              <a:rPr lang="ko-KR" altLang="en-US" sz="1400" dirty="0"/>
              <a:t>만약 </a:t>
            </a:r>
            <a:r>
              <a:rPr lang="en-US" altLang="ko-KR" sz="1400" dirty="0"/>
              <a:t>Deployment Parameters</a:t>
            </a:r>
            <a:r>
              <a:rPr lang="ko-KR" altLang="en-US" sz="1400" dirty="0"/>
              <a:t>의 </a:t>
            </a:r>
            <a:r>
              <a:rPr lang="en-US" altLang="ko-KR" sz="1400" dirty="0"/>
              <a:t>2</a:t>
            </a:r>
            <a:r>
              <a:rPr lang="ko-KR" altLang="en-US" sz="1400" dirty="0"/>
              <a:t>개의 체크박스를 체크하지 않았다면</a:t>
            </a:r>
            <a:endParaRPr lang="en-US" altLang="ko-KR" sz="1400" dirty="0"/>
          </a:p>
          <a:p>
            <a:r>
              <a:rPr lang="en-US" altLang="ko-KR" sz="1400" dirty="0"/>
              <a:t> (1) </a:t>
            </a:r>
            <a:r>
              <a:rPr lang="ko-KR" altLang="en-US" sz="1400" dirty="0" err="1"/>
              <a:t>무중단</a:t>
            </a:r>
            <a:r>
              <a:rPr lang="ko-KR" altLang="en-US" sz="1400" dirty="0"/>
              <a:t> 배포를 위해 새로 배포한 버전을 기동하기 위해 시작 버튼을 클릭</a:t>
            </a:r>
            <a:endParaRPr lang="en-US" altLang="ko-KR" sz="1400" dirty="0"/>
          </a:p>
          <a:p>
            <a:r>
              <a:rPr lang="en-US" altLang="ko-KR" sz="1400" dirty="0"/>
              <a:t> (2) </a:t>
            </a:r>
            <a:r>
              <a:rPr lang="ko-KR" altLang="en-US" sz="1400" dirty="0"/>
              <a:t>트래픽 분할을 통해 새로 배포한 버전에 트래픽 할당을 </a:t>
            </a:r>
            <a:r>
              <a:rPr lang="en-US" altLang="ko-KR" sz="1400" dirty="0"/>
              <a:t>100% </a:t>
            </a:r>
            <a:r>
              <a:rPr lang="ko-KR" altLang="en-US" sz="1400" dirty="0"/>
              <a:t>주기</a:t>
            </a:r>
            <a:endParaRPr lang="en-US" altLang="ko-KR" sz="1400" dirty="0"/>
          </a:p>
          <a:p>
            <a:r>
              <a:rPr lang="en-US" altLang="ko-KR" sz="1400" dirty="0"/>
              <a:t> (3) </a:t>
            </a:r>
            <a:r>
              <a:rPr lang="ko-KR" altLang="en-US" sz="1400" dirty="0"/>
              <a:t>이전 버전 배포 중단을 위해 중지 버튼 클릭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FD9220-4577-417E-8D72-63B0711C3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302" y="125836"/>
            <a:ext cx="5410899" cy="401420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0B7A816-C813-4407-9D92-C880B692F99F}"/>
              </a:ext>
            </a:extLst>
          </p:cNvPr>
          <p:cNvSpPr/>
          <p:nvPr/>
        </p:nvSpPr>
        <p:spPr>
          <a:xfrm>
            <a:off x="8196043" y="1798572"/>
            <a:ext cx="2801924" cy="1476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DDB4E24-AFB2-47E5-90D3-ABAE2A0B3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23799"/>
            <a:ext cx="12192000" cy="377591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4227756-B668-4049-97C9-2745BD1991B5}"/>
              </a:ext>
            </a:extLst>
          </p:cNvPr>
          <p:cNvSpPr/>
          <p:nvPr/>
        </p:nvSpPr>
        <p:spPr>
          <a:xfrm>
            <a:off x="4613944" y="3519713"/>
            <a:ext cx="478173" cy="2301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6553D25-5384-408A-A8D0-8E2602E32463}"/>
              </a:ext>
            </a:extLst>
          </p:cNvPr>
          <p:cNvSpPr/>
          <p:nvPr/>
        </p:nvSpPr>
        <p:spPr>
          <a:xfrm>
            <a:off x="5280869" y="3519713"/>
            <a:ext cx="478173" cy="2301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8F0BF8-440B-4CFF-83B6-44B6D9AC90C0}"/>
              </a:ext>
            </a:extLst>
          </p:cNvPr>
          <p:cNvSpPr/>
          <p:nvPr/>
        </p:nvSpPr>
        <p:spPr>
          <a:xfrm>
            <a:off x="7396293" y="3519075"/>
            <a:ext cx="799750" cy="2308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47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809</Words>
  <Application>Microsoft Office PowerPoint</Application>
  <PresentationFormat>와이드스크린</PresentationFormat>
  <Paragraphs>153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이현성</dc:creator>
  <cp:lastModifiedBy>이현성</cp:lastModifiedBy>
  <cp:revision>56</cp:revision>
  <dcterms:created xsi:type="dcterms:W3CDTF">2023-03-17T06:49:44Z</dcterms:created>
  <dcterms:modified xsi:type="dcterms:W3CDTF">2023-03-29T07:37:01Z</dcterms:modified>
</cp:coreProperties>
</file>